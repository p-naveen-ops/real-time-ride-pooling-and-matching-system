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16"/>
  </p:notesMasterIdLst>
  <p:handoutMasterIdLst>
    <p:handoutMasterId r:id="rId17"/>
  </p:handoutMasterIdLst>
  <p:sldIdLst>
    <p:sldId id="314" r:id="rId3"/>
    <p:sldId id="323" r:id="rId4"/>
    <p:sldId id="266" r:id="rId5"/>
    <p:sldId id="341" r:id="rId6"/>
    <p:sldId id="343" r:id="rId7"/>
    <p:sldId id="349" r:id="rId8"/>
    <p:sldId id="344" r:id="rId9"/>
    <p:sldId id="345" r:id="rId10"/>
    <p:sldId id="346" r:id="rId11"/>
    <p:sldId id="342" r:id="rId12"/>
    <p:sldId id="347" r:id="rId13"/>
    <p:sldId id="348" r:id="rId14"/>
    <p:sldId id="332"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1189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3BCDB23-F71F-45AC-95C4-53EA35851854}" v="25" dt="2026-03-04T03:42:43.08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912C8C85-51F0-491E-9774-3900AFEF0FD7}" styleName="Light Style 2 - Acc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5A111915-BE36-4E01-A7E5-04B1672EAD32}" styleName="Light Style 2 - Accent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9582"/>
    <p:restoredTop sz="95833"/>
  </p:normalViewPr>
  <p:slideViewPr>
    <p:cSldViewPr snapToGrid="0" snapToObjects="1">
      <p:cViewPr varScale="1">
        <p:scale>
          <a:sx n="82" d="100"/>
          <a:sy n="82" d="100"/>
        </p:scale>
        <p:origin x="509" y="72"/>
      </p:cViewPr>
      <p:guideLst/>
    </p:cSldViewPr>
  </p:slideViewPr>
  <p:notesTextViewPr>
    <p:cViewPr>
      <p:scale>
        <a:sx n="1" d="1"/>
        <a:sy n="1" d="1"/>
      </p:scale>
      <p:origin x="0" y="0"/>
    </p:cViewPr>
  </p:notesTextViewPr>
  <p:notesViewPr>
    <p:cSldViewPr snapToGrid="0" snapToObjects="1">
      <p:cViewPr varScale="1">
        <p:scale>
          <a:sx n="51" d="100"/>
          <a:sy n="51" d="100"/>
        </p:scale>
        <p:origin x="3208" y="20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presProps" Target="presProps.xml"/><Relationship Id="rId3" Type="http://schemas.openxmlformats.org/officeDocument/2006/relationships/slide" Target="slides/slide1.xml"/><Relationship Id="rId21" Type="http://schemas.openxmlformats.org/officeDocument/2006/relationships/tableStyles" Target="tableStyle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handoutMaster" Target="handoutMasters/handoutMaster1.xml"/><Relationship Id="rId2" Type="http://schemas.openxmlformats.org/officeDocument/2006/relationships/slideMaster" Target="slideMasters/slideMaster2.xml"/><Relationship Id="rId16" Type="http://schemas.openxmlformats.org/officeDocument/2006/relationships/notesMaster" Target="notesMasters/notesMaster1.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slide" Target="slides/slide13.xml"/><Relationship Id="rId10" Type="http://schemas.openxmlformats.org/officeDocument/2006/relationships/slide" Target="slides/slide8.xml"/><Relationship Id="rId19"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microsoft.com/office/2015/10/relationships/revisionInfo" Target="revisionInfo.xml"/></Relationships>
</file>

<file path=ppt/handoutMasters/_rels/handoutMaster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8EFD0E32-84B7-61F7-BC6E-7F3D3E58F42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F28D96D9-5F98-A44D-2018-D6A2A308A4F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69F6064-4237-BA4C-A655-B64A9E0DF723}" type="datetimeFigureOut">
              <a:rPr lang="en-US" smtClean="0"/>
              <a:t>3/9/2026</a:t>
            </a:fld>
            <a:endParaRPr lang="en-US"/>
          </a:p>
        </p:txBody>
      </p:sp>
      <p:sp>
        <p:nvSpPr>
          <p:cNvPr id="4" name="Footer Placeholder 3">
            <a:extLst>
              <a:ext uri="{FF2B5EF4-FFF2-40B4-BE49-F238E27FC236}">
                <a16:creationId xmlns:a16="http://schemas.microsoft.com/office/drawing/2014/main" id="{DA93AFF6-B32C-BF80-479E-15EDD755C5E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911E1A79-2016-95C1-5829-B295A2C9857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EFBAABA-A336-9B4F-BB34-8D7F4005576F}" type="slidenum">
              <a:rPr lang="en-US" smtClean="0"/>
              <a:t>‹#›</a:t>
            </a:fld>
            <a:endParaRPr lang="en-US"/>
          </a:p>
        </p:txBody>
      </p:sp>
      <p:pic>
        <p:nvPicPr>
          <p:cNvPr id="7" name="Picture 6">
            <a:extLst>
              <a:ext uri="{FF2B5EF4-FFF2-40B4-BE49-F238E27FC236}">
                <a16:creationId xmlns:a16="http://schemas.microsoft.com/office/drawing/2014/main" id="{3E12229D-753E-D112-EA38-F8EB6301E656}"/>
              </a:ext>
            </a:extLst>
          </p:cNvPr>
          <p:cNvPicPr>
            <a:picLocks noChangeAspect="1"/>
          </p:cNvPicPr>
          <p:nvPr/>
        </p:nvPicPr>
        <p:blipFill>
          <a:blip r:embed="rId2"/>
          <a:stretch>
            <a:fillRect/>
          </a:stretch>
        </p:blipFill>
        <p:spPr>
          <a:xfrm>
            <a:off x="0" y="0"/>
            <a:ext cx="1116374" cy="458788"/>
          </a:xfrm>
          <a:prstGeom prst="rect">
            <a:avLst/>
          </a:prstGeom>
        </p:spPr>
      </p:pic>
    </p:spTree>
    <p:extLst>
      <p:ext uri="{BB962C8B-B14F-4D97-AF65-F5344CB8AC3E}">
        <p14:creationId xmlns:p14="http://schemas.microsoft.com/office/powerpoint/2010/main" val="2590585815"/>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5A854B6-73EE-3647-B9F0-9FDDAF047BDA}" type="datetimeFigureOut">
              <a:rPr lang="en-US" smtClean="0"/>
              <a:t>3/9/2026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8329816-4D5E-3B44-810B-F5C416F14AE8}" type="slidenum">
              <a:rPr lang="en-US" smtClean="0"/>
              <a:t>‹#›</a:t>
            </a:fld>
            <a:endParaRPr lang="en-US"/>
          </a:p>
        </p:txBody>
      </p:sp>
    </p:spTree>
    <p:extLst>
      <p:ext uri="{BB962C8B-B14F-4D97-AF65-F5344CB8AC3E}">
        <p14:creationId xmlns:p14="http://schemas.microsoft.com/office/powerpoint/2010/main" val="418715527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227E06-5BF0-54B9-FB5D-CFB52D43BFEF}"/>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226EA4E6-D507-DC8D-31AA-A4CB32D7CEC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62C99788-2E86-FADA-072C-884B0261564B}"/>
              </a:ext>
            </a:extLst>
          </p:cNvPr>
          <p:cNvSpPr>
            <a:spLocks noGrp="1"/>
          </p:cNvSpPr>
          <p:nvPr>
            <p:ph type="dt" sz="half" idx="10"/>
          </p:nvPr>
        </p:nvSpPr>
        <p:spPr/>
        <p:txBody>
          <a:bodyPr/>
          <a:lstStyle/>
          <a:p>
            <a:fld id="{3BF734CB-DFAB-944A-8037-9643745D8F20}" type="datetime1">
              <a:rPr lang="en-IN" smtClean="0"/>
              <a:t>09-03-2026</a:t>
            </a:fld>
            <a:endParaRPr lang="en-US"/>
          </a:p>
        </p:txBody>
      </p:sp>
      <p:sp>
        <p:nvSpPr>
          <p:cNvPr id="5" name="Footer Placeholder 4">
            <a:extLst>
              <a:ext uri="{FF2B5EF4-FFF2-40B4-BE49-F238E27FC236}">
                <a16:creationId xmlns:a16="http://schemas.microsoft.com/office/drawing/2014/main" id="{A54D1ADA-8991-D408-DA0A-FE3B043FE895}"/>
              </a:ext>
            </a:extLst>
          </p:cNvPr>
          <p:cNvSpPr>
            <a:spLocks noGrp="1"/>
          </p:cNvSpPr>
          <p:nvPr>
            <p:ph type="ftr" sz="quarter" idx="11"/>
          </p:nvPr>
        </p:nvSpPr>
        <p:spPr/>
        <p:txBody>
          <a:bodyPr/>
          <a:lstStyle/>
          <a:p>
            <a:r>
              <a:rPr lang="en-US"/>
              <a:t>0th REVIEW         173030211           Department of CSE</a:t>
            </a:r>
          </a:p>
        </p:txBody>
      </p:sp>
      <p:sp>
        <p:nvSpPr>
          <p:cNvPr id="6" name="Slide Number Placeholder 5">
            <a:extLst>
              <a:ext uri="{FF2B5EF4-FFF2-40B4-BE49-F238E27FC236}">
                <a16:creationId xmlns:a16="http://schemas.microsoft.com/office/drawing/2014/main" id="{037DF78D-056F-7C9E-8F10-682094624882}"/>
              </a:ext>
            </a:extLst>
          </p:cNvPr>
          <p:cNvSpPr>
            <a:spLocks noGrp="1"/>
          </p:cNvSpPr>
          <p:nvPr>
            <p:ph type="sldNum" sz="quarter" idx="12"/>
          </p:nvPr>
        </p:nvSpPr>
        <p:spPr/>
        <p:txBody>
          <a:bodyPr/>
          <a:lstStyle/>
          <a:p>
            <a:fld id="{B961B71F-4B40-8942-BB88-E0F5C0B46E10}" type="slidenum">
              <a:rPr lang="en-US" smtClean="0"/>
              <a:t>‹#›</a:t>
            </a:fld>
            <a:endParaRPr lang="en-US"/>
          </a:p>
        </p:txBody>
      </p:sp>
    </p:spTree>
    <p:extLst>
      <p:ext uri="{BB962C8B-B14F-4D97-AF65-F5344CB8AC3E}">
        <p14:creationId xmlns:p14="http://schemas.microsoft.com/office/powerpoint/2010/main" val="12232911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4DA370-C77E-4354-33A4-1D2D9DDD6F4B}"/>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A43FE7F8-1A57-17F5-243A-454005CCDF16}"/>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49EAE72D-6D76-FAB8-D597-99BF2087AA5B}"/>
              </a:ext>
            </a:extLst>
          </p:cNvPr>
          <p:cNvSpPr>
            <a:spLocks noGrp="1"/>
          </p:cNvSpPr>
          <p:nvPr>
            <p:ph type="dt" sz="half" idx="10"/>
          </p:nvPr>
        </p:nvSpPr>
        <p:spPr/>
        <p:txBody>
          <a:bodyPr/>
          <a:lstStyle/>
          <a:p>
            <a:fld id="{9C5272DB-0103-AF4C-A22D-07421EC406AD}" type="datetime1">
              <a:rPr lang="en-IN" smtClean="0"/>
              <a:t>09-03-2026</a:t>
            </a:fld>
            <a:endParaRPr lang="en-US"/>
          </a:p>
        </p:txBody>
      </p:sp>
      <p:sp>
        <p:nvSpPr>
          <p:cNvPr id="5" name="Footer Placeholder 4">
            <a:extLst>
              <a:ext uri="{FF2B5EF4-FFF2-40B4-BE49-F238E27FC236}">
                <a16:creationId xmlns:a16="http://schemas.microsoft.com/office/drawing/2014/main" id="{91860C41-C703-1443-60E7-2BEF34D36208}"/>
              </a:ext>
            </a:extLst>
          </p:cNvPr>
          <p:cNvSpPr>
            <a:spLocks noGrp="1"/>
          </p:cNvSpPr>
          <p:nvPr>
            <p:ph type="ftr" sz="quarter" idx="11"/>
          </p:nvPr>
        </p:nvSpPr>
        <p:spPr/>
        <p:txBody>
          <a:bodyPr/>
          <a:lstStyle/>
          <a:p>
            <a:r>
              <a:rPr lang="en-US"/>
              <a:t>0th REVIEW         173030211           Department of CSE</a:t>
            </a:r>
          </a:p>
        </p:txBody>
      </p:sp>
      <p:sp>
        <p:nvSpPr>
          <p:cNvPr id="6" name="Slide Number Placeholder 5">
            <a:extLst>
              <a:ext uri="{FF2B5EF4-FFF2-40B4-BE49-F238E27FC236}">
                <a16:creationId xmlns:a16="http://schemas.microsoft.com/office/drawing/2014/main" id="{B3BB3600-770E-6D67-2A66-D2FECF5D3BC6}"/>
              </a:ext>
            </a:extLst>
          </p:cNvPr>
          <p:cNvSpPr>
            <a:spLocks noGrp="1"/>
          </p:cNvSpPr>
          <p:nvPr>
            <p:ph type="sldNum" sz="quarter" idx="12"/>
          </p:nvPr>
        </p:nvSpPr>
        <p:spPr/>
        <p:txBody>
          <a:bodyPr/>
          <a:lstStyle/>
          <a:p>
            <a:fld id="{B961B71F-4B40-8942-BB88-E0F5C0B46E10}" type="slidenum">
              <a:rPr lang="en-US" smtClean="0"/>
              <a:t>‹#›</a:t>
            </a:fld>
            <a:endParaRPr lang="en-US"/>
          </a:p>
        </p:txBody>
      </p:sp>
      <p:sp>
        <p:nvSpPr>
          <p:cNvPr id="8" name="Rectangle 7">
            <a:extLst>
              <a:ext uri="{FF2B5EF4-FFF2-40B4-BE49-F238E27FC236}">
                <a16:creationId xmlns:a16="http://schemas.microsoft.com/office/drawing/2014/main" id="{8E776DCD-546C-A1AC-C961-3F3EEC504416}"/>
              </a:ext>
            </a:extLst>
          </p:cNvPr>
          <p:cNvSpPr/>
          <p:nvPr userDrawn="1"/>
        </p:nvSpPr>
        <p:spPr>
          <a:xfrm>
            <a:off x="87228" y="60325"/>
            <a:ext cx="1532022" cy="620712"/>
          </a:xfrm>
          <a:prstGeom prst="rect">
            <a:avLst/>
          </a:prstGeom>
          <a:blipFill dpi="0" rotWithShape="1">
            <a:blip r:embed="rId2">
              <a:alphaModFix amt="78101"/>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106417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4A5DA9-698C-D133-BCF7-93A02E210C28}"/>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3FA85215-9C62-1486-DEC7-AF8E59725B1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0AD292FD-C465-3FCB-1CEB-331C31A973F6}"/>
              </a:ext>
            </a:extLst>
          </p:cNvPr>
          <p:cNvSpPr>
            <a:spLocks noGrp="1"/>
          </p:cNvSpPr>
          <p:nvPr>
            <p:ph type="dt" sz="half" idx="10"/>
          </p:nvPr>
        </p:nvSpPr>
        <p:spPr/>
        <p:txBody>
          <a:bodyPr/>
          <a:lstStyle/>
          <a:p>
            <a:fld id="{6918335F-2E5B-B14E-9706-E237C81E4155}" type="datetime1">
              <a:rPr lang="en-IN" smtClean="0"/>
              <a:t>09-03-2026</a:t>
            </a:fld>
            <a:endParaRPr lang="en-US"/>
          </a:p>
        </p:txBody>
      </p:sp>
      <p:sp>
        <p:nvSpPr>
          <p:cNvPr id="5" name="Footer Placeholder 4">
            <a:extLst>
              <a:ext uri="{FF2B5EF4-FFF2-40B4-BE49-F238E27FC236}">
                <a16:creationId xmlns:a16="http://schemas.microsoft.com/office/drawing/2014/main" id="{03196C18-4538-A1F2-0B35-7684E5B30A32}"/>
              </a:ext>
            </a:extLst>
          </p:cNvPr>
          <p:cNvSpPr>
            <a:spLocks noGrp="1"/>
          </p:cNvSpPr>
          <p:nvPr>
            <p:ph type="ftr" sz="quarter" idx="11"/>
          </p:nvPr>
        </p:nvSpPr>
        <p:spPr/>
        <p:txBody>
          <a:bodyPr/>
          <a:lstStyle/>
          <a:p>
            <a:r>
              <a:rPr lang="en-US"/>
              <a:t>0th REVIEW         173030211           Department of CSE</a:t>
            </a:r>
          </a:p>
        </p:txBody>
      </p:sp>
      <p:sp>
        <p:nvSpPr>
          <p:cNvPr id="6" name="Slide Number Placeholder 5">
            <a:extLst>
              <a:ext uri="{FF2B5EF4-FFF2-40B4-BE49-F238E27FC236}">
                <a16:creationId xmlns:a16="http://schemas.microsoft.com/office/drawing/2014/main" id="{8F05BEFA-16A3-B084-9011-B7E85C9C926E}"/>
              </a:ext>
            </a:extLst>
          </p:cNvPr>
          <p:cNvSpPr>
            <a:spLocks noGrp="1"/>
          </p:cNvSpPr>
          <p:nvPr>
            <p:ph type="sldNum" sz="quarter" idx="12"/>
          </p:nvPr>
        </p:nvSpPr>
        <p:spPr/>
        <p:txBody>
          <a:bodyPr/>
          <a:lstStyle/>
          <a:p>
            <a:fld id="{B961B71F-4B40-8942-BB88-E0F5C0B46E10}" type="slidenum">
              <a:rPr lang="en-US" smtClean="0"/>
              <a:t>‹#›</a:t>
            </a:fld>
            <a:endParaRPr lang="en-US"/>
          </a:p>
        </p:txBody>
      </p:sp>
    </p:spTree>
    <p:extLst>
      <p:ext uri="{BB962C8B-B14F-4D97-AF65-F5344CB8AC3E}">
        <p14:creationId xmlns:p14="http://schemas.microsoft.com/office/powerpoint/2010/main" val="22443703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E3A91F-6631-AA20-E58B-064235B6DD1C}"/>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B40029CD-C8C6-CEFE-D059-40BEA299756E}"/>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B175D9AB-9E5E-59E2-9DA3-6C54D45EAC41}"/>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2A3C372B-55E2-4467-1C5C-88EAE728396A}"/>
              </a:ext>
            </a:extLst>
          </p:cNvPr>
          <p:cNvSpPr>
            <a:spLocks noGrp="1"/>
          </p:cNvSpPr>
          <p:nvPr>
            <p:ph type="dt" sz="half" idx="10"/>
          </p:nvPr>
        </p:nvSpPr>
        <p:spPr/>
        <p:txBody>
          <a:bodyPr/>
          <a:lstStyle/>
          <a:p>
            <a:fld id="{15BD6649-7156-A341-B9F2-F045B7551E13}" type="datetime1">
              <a:rPr lang="en-IN" smtClean="0"/>
              <a:t>09-03-2026</a:t>
            </a:fld>
            <a:endParaRPr lang="en-US"/>
          </a:p>
        </p:txBody>
      </p:sp>
      <p:sp>
        <p:nvSpPr>
          <p:cNvPr id="6" name="Footer Placeholder 5">
            <a:extLst>
              <a:ext uri="{FF2B5EF4-FFF2-40B4-BE49-F238E27FC236}">
                <a16:creationId xmlns:a16="http://schemas.microsoft.com/office/drawing/2014/main" id="{CC0897BD-CB93-AC5A-9B15-FD7F4D952953}"/>
              </a:ext>
            </a:extLst>
          </p:cNvPr>
          <p:cNvSpPr>
            <a:spLocks noGrp="1"/>
          </p:cNvSpPr>
          <p:nvPr>
            <p:ph type="ftr" sz="quarter" idx="11"/>
          </p:nvPr>
        </p:nvSpPr>
        <p:spPr/>
        <p:txBody>
          <a:bodyPr/>
          <a:lstStyle/>
          <a:p>
            <a:r>
              <a:rPr lang="en-US"/>
              <a:t>0th REVIEW         173030211           Department of CSE</a:t>
            </a:r>
          </a:p>
        </p:txBody>
      </p:sp>
      <p:sp>
        <p:nvSpPr>
          <p:cNvPr id="7" name="Slide Number Placeholder 6">
            <a:extLst>
              <a:ext uri="{FF2B5EF4-FFF2-40B4-BE49-F238E27FC236}">
                <a16:creationId xmlns:a16="http://schemas.microsoft.com/office/drawing/2014/main" id="{8D5540F5-8BB9-4C4C-626E-5D45C97E3728}"/>
              </a:ext>
            </a:extLst>
          </p:cNvPr>
          <p:cNvSpPr>
            <a:spLocks noGrp="1"/>
          </p:cNvSpPr>
          <p:nvPr>
            <p:ph type="sldNum" sz="quarter" idx="12"/>
          </p:nvPr>
        </p:nvSpPr>
        <p:spPr/>
        <p:txBody>
          <a:bodyPr/>
          <a:lstStyle/>
          <a:p>
            <a:fld id="{B961B71F-4B40-8942-BB88-E0F5C0B46E10}" type="slidenum">
              <a:rPr lang="en-US" smtClean="0"/>
              <a:t>‹#›</a:t>
            </a:fld>
            <a:endParaRPr lang="en-US"/>
          </a:p>
        </p:txBody>
      </p:sp>
    </p:spTree>
    <p:extLst>
      <p:ext uri="{BB962C8B-B14F-4D97-AF65-F5344CB8AC3E}">
        <p14:creationId xmlns:p14="http://schemas.microsoft.com/office/powerpoint/2010/main" val="130825305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D68A3B-B4EE-2816-3ADC-1938541424A2}"/>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261AF86E-35F8-453B-F58E-48D8C4903AE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D63D8923-FBC0-8866-8350-696FB3D22BF6}"/>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E6545281-3CB5-361A-7D56-C6E37E290D3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F9F62343-9DB8-07DC-AD19-22AE6A7E5D6D}"/>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3FEB0191-CD7B-6170-8655-A3CD1009BEA8}"/>
              </a:ext>
            </a:extLst>
          </p:cNvPr>
          <p:cNvSpPr>
            <a:spLocks noGrp="1"/>
          </p:cNvSpPr>
          <p:nvPr>
            <p:ph type="dt" sz="half" idx="10"/>
          </p:nvPr>
        </p:nvSpPr>
        <p:spPr/>
        <p:txBody>
          <a:bodyPr/>
          <a:lstStyle/>
          <a:p>
            <a:fld id="{C9977CD1-E97C-BA41-8E49-9F39B98FFBE8}" type="datetime1">
              <a:rPr lang="en-IN" smtClean="0"/>
              <a:t>09-03-2026</a:t>
            </a:fld>
            <a:endParaRPr lang="en-US"/>
          </a:p>
        </p:txBody>
      </p:sp>
      <p:sp>
        <p:nvSpPr>
          <p:cNvPr id="8" name="Footer Placeholder 7">
            <a:extLst>
              <a:ext uri="{FF2B5EF4-FFF2-40B4-BE49-F238E27FC236}">
                <a16:creationId xmlns:a16="http://schemas.microsoft.com/office/drawing/2014/main" id="{CD680C4C-B6E8-81B1-E2F5-D6264E3F6A44}"/>
              </a:ext>
            </a:extLst>
          </p:cNvPr>
          <p:cNvSpPr>
            <a:spLocks noGrp="1"/>
          </p:cNvSpPr>
          <p:nvPr>
            <p:ph type="ftr" sz="quarter" idx="11"/>
          </p:nvPr>
        </p:nvSpPr>
        <p:spPr/>
        <p:txBody>
          <a:bodyPr/>
          <a:lstStyle/>
          <a:p>
            <a:r>
              <a:rPr lang="en-US"/>
              <a:t>0th REVIEW         173030211           Department of CSE</a:t>
            </a:r>
          </a:p>
        </p:txBody>
      </p:sp>
      <p:sp>
        <p:nvSpPr>
          <p:cNvPr id="9" name="Slide Number Placeholder 8">
            <a:extLst>
              <a:ext uri="{FF2B5EF4-FFF2-40B4-BE49-F238E27FC236}">
                <a16:creationId xmlns:a16="http://schemas.microsoft.com/office/drawing/2014/main" id="{10C8B11F-5860-03B4-E71F-3467444F9A21}"/>
              </a:ext>
            </a:extLst>
          </p:cNvPr>
          <p:cNvSpPr>
            <a:spLocks noGrp="1"/>
          </p:cNvSpPr>
          <p:nvPr>
            <p:ph type="sldNum" sz="quarter" idx="12"/>
          </p:nvPr>
        </p:nvSpPr>
        <p:spPr/>
        <p:txBody>
          <a:bodyPr/>
          <a:lstStyle/>
          <a:p>
            <a:fld id="{B961B71F-4B40-8942-BB88-E0F5C0B46E10}" type="slidenum">
              <a:rPr lang="en-US" smtClean="0"/>
              <a:t>‹#›</a:t>
            </a:fld>
            <a:endParaRPr lang="en-US"/>
          </a:p>
        </p:txBody>
      </p:sp>
    </p:spTree>
    <p:extLst>
      <p:ext uri="{BB962C8B-B14F-4D97-AF65-F5344CB8AC3E}">
        <p14:creationId xmlns:p14="http://schemas.microsoft.com/office/powerpoint/2010/main" val="28280055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D7A6C5-1A49-C01E-B839-45967150D976}"/>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06C47471-9D6F-27AE-9B05-71D6BF96E327}"/>
              </a:ext>
            </a:extLst>
          </p:cNvPr>
          <p:cNvSpPr>
            <a:spLocks noGrp="1"/>
          </p:cNvSpPr>
          <p:nvPr>
            <p:ph type="dt" sz="half" idx="10"/>
          </p:nvPr>
        </p:nvSpPr>
        <p:spPr/>
        <p:txBody>
          <a:bodyPr/>
          <a:lstStyle/>
          <a:p>
            <a:fld id="{F3DDBCA1-9406-7A44-8A76-1046B4040777}" type="datetime1">
              <a:rPr lang="en-IN" smtClean="0"/>
              <a:t>09-03-2026</a:t>
            </a:fld>
            <a:endParaRPr lang="en-US"/>
          </a:p>
        </p:txBody>
      </p:sp>
      <p:sp>
        <p:nvSpPr>
          <p:cNvPr id="4" name="Footer Placeholder 3">
            <a:extLst>
              <a:ext uri="{FF2B5EF4-FFF2-40B4-BE49-F238E27FC236}">
                <a16:creationId xmlns:a16="http://schemas.microsoft.com/office/drawing/2014/main" id="{775AFD67-19CE-C1CD-207C-EF612C5A6F54}"/>
              </a:ext>
            </a:extLst>
          </p:cNvPr>
          <p:cNvSpPr>
            <a:spLocks noGrp="1"/>
          </p:cNvSpPr>
          <p:nvPr>
            <p:ph type="ftr" sz="quarter" idx="11"/>
          </p:nvPr>
        </p:nvSpPr>
        <p:spPr/>
        <p:txBody>
          <a:bodyPr/>
          <a:lstStyle/>
          <a:p>
            <a:r>
              <a:rPr lang="en-US"/>
              <a:t>0th REVIEW         173030211           Department of CSE</a:t>
            </a:r>
          </a:p>
        </p:txBody>
      </p:sp>
      <p:sp>
        <p:nvSpPr>
          <p:cNvPr id="5" name="Slide Number Placeholder 4">
            <a:extLst>
              <a:ext uri="{FF2B5EF4-FFF2-40B4-BE49-F238E27FC236}">
                <a16:creationId xmlns:a16="http://schemas.microsoft.com/office/drawing/2014/main" id="{C80D7506-CEE9-31E5-7D10-A0BD1B2B03AF}"/>
              </a:ext>
            </a:extLst>
          </p:cNvPr>
          <p:cNvSpPr>
            <a:spLocks noGrp="1"/>
          </p:cNvSpPr>
          <p:nvPr>
            <p:ph type="sldNum" sz="quarter" idx="12"/>
          </p:nvPr>
        </p:nvSpPr>
        <p:spPr/>
        <p:txBody>
          <a:bodyPr/>
          <a:lstStyle/>
          <a:p>
            <a:fld id="{B961B71F-4B40-8942-BB88-E0F5C0B46E10}" type="slidenum">
              <a:rPr lang="en-US" smtClean="0"/>
              <a:t>‹#›</a:t>
            </a:fld>
            <a:endParaRPr lang="en-US"/>
          </a:p>
        </p:txBody>
      </p:sp>
    </p:spTree>
    <p:extLst>
      <p:ext uri="{BB962C8B-B14F-4D97-AF65-F5344CB8AC3E}">
        <p14:creationId xmlns:p14="http://schemas.microsoft.com/office/powerpoint/2010/main" val="223588052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2BBBBF-B095-FC7E-61BE-572DFB7B12F6}"/>
              </a:ext>
            </a:extLst>
          </p:cNvPr>
          <p:cNvSpPr>
            <a:spLocks noGrp="1"/>
          </p:cNvSpPr>
          <p:nvPr>
            <p:ph type="dt" sz="half" idx="10"/>
          </p:nvPr>
        </p:nvSpPr>
        <p:spPr/>
        <p:txBody>
          <a:bodyPr/>
          <a:lstStyle/>
          <a:p>
            <a:fld id="{C7FB085D-B69B-9C45-93A5-77F47F2F6792}" type="datetime1">
              <a:rPr lang="en-IN" smtClean="0"/>
              <a:t>09-03-2026</a:t>
            </a:fld>
            <a:endParaRPr lang="en-US"/>
          </a:p>
        </p:txBody>
      </p:sp>
      <p:sp>
        <p:nvSpPr>
          <p:cNvPr id="3" name="Footer Placeholder 2">
            <a:extLst>
              <a:ext uri="{FF2B5EF4-FFF2-40B4-BE49-F238E27FC236}">
                <a16:creationId xmlns:a16="http://schemas.microsoft.com/office/drawing/2014/main" id="{247555D4-8ECB-AFFE-0E72-A206E4098EE1}"/>
              </a:ext>
            </a:extLst>
          </p:cNvPr>
          <p:cNvSpPr>
            <a:spLocks noGrp="1"/>
          </p:cNvSpPr>
          <p:nvPr>
            <p:ph type="ftr" sz="quarter" idx="11"/>
          </p:nvPr>
        </p:nvSpPr>
        <p:spPr/>
        <p:txBody>
          <a:bodyPr/>
          <a:lstStyle/>
          <a:p>
            <a:r>
              <a:rPr lang="en-US"/>
              <a:t>0th REVIEW         173030211           Department of CSE</a:t>
            </a:r>
          </a:p>
        </p:txBody>
      </p:sp>
      <p:sp>
        <p:nvSpPr>
          <p:cNvPr id="4" name="Slide Number Placeholder 3">
            <a:extLst>
              <a:ext uri="{FF2B5EF4-FFF2-40B4-BE49-F238E27FC236}">
                <a16:creationId xmlns:a16="http://schemas.microsoft.com/office/drawing/2014/main" id="{B2E9EB7F-0F36-6AF2-5A6E-D350360EFF58}"/>
              </a:ext>
            </a:extLst>
          </p:cNvPr>
          <p:cNvSpPr>
            <a:spLocks noGrp="1"/>
          </p:cNvSpPr>
          <p:nvPr>
            <p:ph type="sldNum" sz="quarter" idx="12"/>
          </p:nvPr>
        </p:nvSpPr>
        <p:spPr/>
        <p:txBody>
          <a:bodyPr/>
          <a:lstStyle/>
          <a:p>
            <a:fld id="{B961B71F-4B40-8942-BB88-E0F5C0B46E10}" type="slidenum">
              <a:rPr lang="en-US" smtClean="0"/>
              <a:t>‹#›</a:t>
            </a:fld>
            <a:endParaRPr lang="en-US"/>
          </a:p>
        </p:txBody>
      </p:sp>
    </p:spTree>
    <p:extLst>
      <p:ext uri="{BB962C8B-B14F-4D97-AF65-F5344CB8AC3E}">
        <p14:creationId xmlns:p14="http://schemas.microsoft.com/office/powerpoint/2010/main" val="154397545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AF3453-54A8-457E-0F66-9BE958D9157D}"/>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80CE50AE-B8BE-E1FF-F3BA-8093082215D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D1DA6038-C8B1-F7F2-5CA8-15CFE38CBD3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85097CAE-AF61-8AFD-5350-97D8044E1275}"/>
              </a:ext>
            </a:extLst>
          </p:cNvPr>
          <p:cNvSpPr>
            <a:spLocks noGrp="1"/>
          </p:cNvSpPr>
          <p:nvPr>
            <p:ph type="dt" sz="half" idx="10"/>
          </p:nvPr>
        </p:nvSpPr>
        <p:spPr/>
        <p:txBody>
          <a:bodyPr/>
          <a:lstStyle/>
          <a:p>
            <a:fld id="{C61B69B7-E8EF-6346-9390-671C5B22ACF3}" type="datetime1">
              <a:rPr lang="en-IN" smtClean="0"/>
              <a:t>09-03-2026</a:t>
            </a:fld>
            <a:endParaRPr lang="en-US"/>
          </a:p>
        </p:txBody>
      </p:sp>
      <p:sp>
        <p:nvSpPr>
          <p:cNvPr id="6" name="Footer Placeholder 5">
            <a:extLst>
              <a:ext uri="{FF2B5EF4-FFF2-40B4-BE49-F238E27FC236}">
                <a16:creationId xmlns:a16="http://schemas.microsoft.com/office/drawing/2014/main" id="{9A9E989E-AF43-DFDB-D9DD-E85DED3C09B0}"/>
              </a:ext>
            </a:extLst>
          </p:cNvPr>
          <p:cNvSpPr>
            <a:spLocks noGrp="1"/>
          </p:cNvSpPr>
          <p:nvPr>
            <p:ph type="ftr" sz="quarter" idx="11"/>
          </p:nvPr>
        </p:nvSpPr>
        <p:spPr/>
        <p:txBody>
          <a:bodyPr/>
          <a:lstStyle/>
          <a:p>
            <a:r>
              <a:rPr lang="en-US"/>
              <a:t>0th REVIEW         173030211           Department of CSE</a:t>
            </a:r>
          </a:p>
        </p:txBody>
      </p:sp>
      <p:sp>
        <p:nvSpPr>
          <p:cNvPr id="7" name="Slide Number Placeholder 6">
            <a:extLst>
              <a:ext uri="{FF2B5EF4-FFF2-40B4-BE49-F238E27FC236}">
                <a16:creationId xmlns:a16="http://schemas.microsoft.com/office/drawing/2014/main" id="{60FBCAA9-93EB-8A4D-BB9C-2479D593509A}"/>
              </a:ext>
            </a:extLst>
          </p:cNvPr>
          <p:cNvSpPr>
            <a:spLocks noGrp="1"/>
          </p:cNvSpPr>
          <p:nvPr>
            <p:ph type="sldNum" sz="quarter" idx="12"/>
          </p:nvPr>
        </p:nvSpPr>
        <p:spPr/>
        <p:txBody>
          <a:bodyPr/>
          <a:lstStyle/>
          <a:p>
            <a:fld id="{B961B71F-4B40-8942-BB88-E0F5C0B46E10}" type="slidenum">
              <a:rPr lang="en-US" smtClean="0"/>
              <a:t>‹#›</a:t>
            </a:fld>
            <a:endParaRPr lang="en-US"/>
          </a:p>
        </p:txBody>
      </p:sp>
    </p:spTree>
    <p:extLst>
      <p:ext uri="{BB962C8B-B14F-4D97-AF65-F5344CB8AC3E}">
        <p14:creationId xmlns:p14="http://schemas.microsoft.com/office/powerpoint/2010/main" val="169042340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BCE57A-1FB8-E230-296B-702500A0D499}"/>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3C470CF4-1245-8E91-196B-2297C07C97E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FFC54EA7-CAD7-C04A-6487-F7D1660330A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F3F31731-B315-1CCB-7EEF-B7C7EC9254AA}"/>
              </a:ext>
            </a:extLst>
          </p:cNvPr>
          <p:cNvSpPr>
            <a:spLocks noGrp="1"/>
          </p:cNvSpPr>
          <p:nvPr>
            <p:ph type="dt" sz="half" idx="10"/>
          </p:nvPr>
        </p:nvSpPr>
        <p:spPr/>
        <p:txBody>
          <a:bodyPr/>
          <a:lstStyle/>
          <a:p>
            <a:fld id="{B920709D-BF3C-5743-B60D-B01C16014A7B}" type="datetime1">
              <a:rPr lang="en-IN" smtClean="0"/>
              <a:t>09-03-2026</a:t>
            </a:fld>
            <a:endParaRPr lang="en-US"/>
          </a:p>
        </p:txBody>
      </p:sp>
      <p:sp>
        <p:nvSpPr>
          <p:cNvPr id="6" name="Footer Placeholder 5">
            <a:extLst>
              <a:ext uri="{FF2B5EF4-FFF2-40B4-BE49-F238E27FC236}">
                <a16:creationId xmlns:a16="http://schemas.microsoft.com/office/drawing/2014/main" id="{C34DE31E-F8C7-4C00-C40D-FE2821B70626}"/>
              </a:ext>
            </a:extLst>
          </p:cNvPr>
          <p:cNvSpPr>
            <a:spLocks noGrp="1"/>
          </p:cNvSpPr>
          <p:nvPr>
            <p:ph type="ftr" sz="quarter" idx="11"/>
          </p:nvPr>
        </p:nvSpPr>
        <p:spPr/>
        <p:txBody>
          <a:bodyPr/>
          <a:lstStyle/>
          <a:p>
            <a:r>
              <a:rPr lang="en-US"/>
              <a:t>0th REVIEW         173030211           Department of CSE</a:t>
            </a:r>
          </a:p>
        </p:txBody>
      </p:sp>
      <p:sp>
        <p:nvSpPr>
          <p:cNvPr id="7" name="Slide Number Placeholder 6">
            <a:extLst>
              <a:ext uri="{FF2B5EF4-FFF2-40B4-BE49-F238E27FC236}">
                <a16:creationId xmlns:a16="http://schemas.microsoft.com/office/drawing/2014/main" id="{3D7C9369-3918-E39E-9B60-A57179D0499E}"/>
              </a:ext>
            </a:extLst>
          </p:cNvPr>
          <p:cNvSpPr>
            <a:spLocks noGrp="1"/>
          </p:cNvSpPr>
          <p:nvPr>
            <p:ph type="sldNum" sz="quarter" idx="12"/>
          </p:nvPr>
        </p:nvSpPr>
        <p:spPr/>
        <p:txBody>
          <a:bodyPr/>
          <a:lstStyle/>
          <a:p>
            <a:fld id="{B961B71F-4B40-8942-BB88-E0F5C0B46E10}" type="slidenum">
              <a:rPr lang="en-US" smtClean="0"/>
              <a:t>‹#›</a:t>
            </a:fld>
            <a:endParaRPr lang="en-US"/>
          </a:p>
        </p:txBody>
      </p:sp>
    </p:spTree>
    <p:extLst>
      <p:ext uri="{BB962C8B-B14F-4D97-AF65-F5344CB8AC3E}">
        <p14:creationId xmlns:p14="http://schemas.microsoft.com/office/powerpoint/2010/main" val="330046320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A9F7F1-0136-E40C-5B0F-C1D42F6EFBBE}"/>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AA08B89F-EA4C-AA4F-0EB2-C715E5B0D675}"/>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8CC2AEC3-3D5C-B4D8-ADAC-C6249EB46A19}"/>
              </a:ext>
            </a:extLst>
          </p:cNvPr>
          <p:cNvSpPr>
            <a:spLocks noGrp="1"/>
          </p:cNvSpPr>
          <p:nvPr>
            <p:ph type="dt" sz="half" idx="10"/>
          </p:nvPr>
        </p:nvSpPr>
        <p:spPr/>
        <p:txBody>
          <a:bodyPr/>
          <a:lstStyle/>
          <a:p>
            <a:fld id="{B04444B0-6575-954F-AAA2-CB0D0417F745}" type="datetime1">
              <a:rPr lang="en-IN" smtClean="0"/>
              <a:t>09-03-2026</a:t>
            </a:fld>
            <a:endParaRPr lang="en-US"/>
          </a:p>
        </p:txBody>
      </p:sp>
      <p:sp>
        <p:nvSpPr>
          <p:cNvPr id="5" name="Footer Placeholder 4">
            <a:extLst>
              <a:ext uri="{FF2B5EF4-FFF2-40B4-BE49-F238E27FC236}">
                <a16:creationId xmlns:a16="http://schemas.microsoft.com/office/drawing/2014/main" id="{8B19FED2-229B-3728-C7BA-7E8D51577AE3}"/>
              </a:ext>
            </a:extLst>
          </p:cNvPr>
          <p:cNvSpPr>
            <a:spLocks noGrp="1"/>
          </p:cNvSpPr>
          <p:nvPr>
            <p:ph type="ftr" sz="quarter" idx="11"/>
          </p:nvPr>
        </p:nvSpPr>
        <p:spPr/>
        <p:txBody>
          <a:bodyPr/>
          <a:lstStyle/>
          <a:p>
            <a:r>
              <a:rPr lang="en-US"/>
              <a:t>0th REVIEW         173030211           Department of CSE</a:t>
            </a:r>
          </a:p>
        </p:txBody>
      </p:sp>
      <p:sp>
        <p:nvSpPr>
          <p:cNvPr id="6" name="Slide Number Placeholder 5">
            <a:extLst>
              <a:ext uri="{FF2B5EF4-FFF2-40B4-BE49-F238E27FC236}">
                <a16:creationId xmlns:a16="http://schemas.microsoft.com/office/drawing/2014/main" id="{9D8B8F22-95FA-4A5E-31CC-C3851B52EF73}"/>
              </a:ext>
            </a:extLst>
          </p:cNvPr>
          <p:cNvSpPr>
            <a:spLocks noGrp="1"/>
          </p:cNvSpPr>
          <p:nvPr>
            <p:ph type="sldNum" sz="quarter" idx="12"/>
          </p:nvPr>
        </p:nvSpPr>
        <p:spPr/>
        <p:txBody>
          <a:bodyPr/>
          <a:lstStyle/>
          <a:p>
            <a:fld id="{B961B71F-4B40-8942-BB88-E0F5C0B46E10}" type="slidenum">
              <a:rPr lang="en-US" smtClean="0"/>
              <a:t>‹#›</a:t>
            </a:fld>
            <a:endParaRPr lang="en-US"/>
          </a:p>
        </p:txBody>
      </p:sp>
    </p:spTree>
    <p:extLst>
      <p:ext uri="{BB962C8B-B14F-4D97-AF65-F5344CB8AC3E}">
        <p14:creationId xmlns:p14="http://schemas.microsoft.com/office/powerpoint/2010/main" val="284261316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C6F1B25-2FA5-C4F6-09E8-D6F7A8DF83DC}"/>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F61113B0-02D5-BBE3-31A5-47396162981A}"/>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6B9CAE10-6B7D-C48F-F3FF-419AD4413A07}"/>
              </a:ext>
            </a:extLst>
          </p:cNvPr>
          <p:cNvSpPr>
            <a:spLocks noGrp="1"/>
          </p:cNvSpPr>
          <p:nvPr>
            <p:ph type="dt" sz="half" idx="10"/>
          </p:nvPr>
        </p:nvSpPr>
        <p:spPr/>
        <p:txBody>
          <a:bodyPr/>
          <a:lstStyle/>
          <a:p>
            <a:fld id="{6DE7A436-9AA5-6C4B-AFF1-C34F60A9AB89}" type="datetime1">
              <a:rPr lang="en-IN" smtClean="0"/>
              <a:t>09-03-2026</a:t>
            </a:fld>
            <a:endParaRPr lang="en-US"/>
          </a:p>
        </p:txBody>
      </p:sp>
      <p:sp>
        <p:nvSpPr>
          <p:cNvPr id="5" name="Footer Placeholder 4">
            <a:extLst>
              <a:ext uri="{FF2B5EF4-FFF2-40B4-BE49-F238E27FC236}">
                <a16:creationId xmlns:a16="http://schemas.microsoft.com/office/drawing/2014/main" id="{2652D582-0634-2511-6F7E-7229EC0722E5}"/>
              </a:ext>
            </a:extLst>
          </p:cNvPr>
          <p:cNvSpPr>
            <a:spLocks noGrp="1"/>
          </p:cNvSpPr>
          <p:nvPr>
            <p:ph type="ftr" sz="quarter" idx="11"/>
          </p:nvPr>
        </p:nvSpPr>
        <p:spPr/>
        <p:txBody>
          <a:bodyPr/>
          <a:lstStyle/>
          <a:p>
            <a:r>
              <a:rPr lang="en-US"/>
              <a:t>0th REVIEW         173030211           Department of CSE</a:t>
            </a:r>
          </a:p>
        </p:txBody>
      </p:sp>
      <p:sp>
        <p:nvSpPr>
          <p:cNvPr id="6" name="Slide Number Placeholder 5">
            <a:extLst>
              <a:ext uri="{FF2B5EF4-FFF2-40B4-BE49-F238E27FC236}">
                <a16:creationId xmlns:a16="http://schemas.microsoft.com/office/drawing/2014/main" id="{CEBAE7E1-0525-6C8B-2077-B55EFBEA69D4}"/>
              </a:ext>
            </a:extLst>
          </p:cNvPr>
          <p:cNvSpPr>
            <a:spLocks noGrp="1"/>
          </p:cNvSpPr>
          <p:nvPr>
            <p:ph type="sldNum" sz="quarter" idx="12"/>
          </p:nvPr>
        </p:nvSpPr>
        <p:spPr/>
        <p:txBody>
          <a:bodyPr/>
          <a:lstStyle/>
          <a:p>
            <a:fld id="{B961B71F-4B40-8942-BB88-E0F5C0B46E10}" type="slidenum">
              <a:rPr lang="en-US" smtClean="0"/>
              <a:t>‹#›</a:t>
            </a:fld>
            <a:endParaRPr lang="en-US"/>
          </a:p>
        </p:txBody>
      </p:sp>
    </p:spTree>
    <p:extLst>
      <p:ext uri="{BB962C8B-B14F-4D97-AF65-F5344CB8AC3E}">
        <p14:creationId xmlns:p14="http://schemas.microsoft.com/office/powerpoint/2010/main" val="156625074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2A4A3-2E21-E418-73DE-E22247EE4174}"/>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93C87DE1-CAF2-229C-5776-9562B79560F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00154DD8-14C4-ACB8-D444-27F005A4C5CB}"/>
              </a:ext>
            </a:extLst>
          </p:cNvPr>
          <p:cNvSpPr>
            <a:spLocks noGrp="1"/>
          </p:cNvSpPr>
          <p:nvPr>
            <p:ph type="dt" sz="half" idx="10"/>
          </p:nvPr>
        </p:nvSpPr>
        <p:spPr/>
        <p:txBody>
          <a:bodyPr/>
          <a:lstStyle/>
          <a:p>
            <a:fld id="{6BF141C7-EF5A-1D4A-89F0-79C7DE818D53}" type="datetime1">
              <a:rPr lang="en-IN" smtClean="0"/>
              <a:t>09-03-2026</a:t>
            </a:fld>
            <a:endParaRPr lang="en-US"/>
          </a:p>
        </p:txBody>
      </p:sp>
      <p:sp>
        <p:nvSpPr>
          <p:cNvPr id="5" name="Footer Placeholder 4">
            <a:extLst>
              <a:ext uri="{FF2B5EF4-FFF2-40B4-BE49-F238E27FC236}">
                <a16:creationId xmlns:a16="http://schemas.microsoft.com/office/drawing/2014/main" id="{886BF891-4BCD-EC21-1259-8661D36C8A57}"/>
              </a:ext>
            </a:extLst>
          </p:cNvPr>
          <p:cNvSpPr>
            <a:spLocks noGrp="1"/>
          </p:cNvSpPr>
          <p:nvPr>
            <p:ph type="ftr" sz="quarter" idx="11"/>
          </p:nvPr>
        </p:nvSpPr>
        <p:spPr/>
        <p:txBody>
          <a:bodyPr/>
          <a:lstStyle/>
          <a:p>
            <a:r>
              <a:rPr lang="en-US"/>
              <a:t>0th REVIEW         173030211           Department of CSE</a:t>
            </a:r>
          </a:p>
        </p:txBody>
      </p:sp>
      <p:sp>
        <p:nvSpPr>
          <p:cNvPr id="6" name="Slide Number Placeholder 5">
            <a:extLst>
              <a:ext uri="{FF2B5EF4-FFF2-40B4-BE49-F238E27FC236}">
                <a16:creationId xmlns:a16="http://schemas.microsoft.com/office/drawing/2014/main" id="{A93951AF-D1A2-07A4-0B2A-7E9D6B416DE0}"/>
              </a:ext>
            </a:extLst>
          </p:cNvPr>
          <p:cNvSpPr>
            <a:spLocks noGrp="1"/>
          </p:cNvSpPr>
          <p:nvPr>
            <p:ph type="sldNum" sz="quarter" idx="12"/>
          </p:nvPr>
        </p:nvSpPr>
        <p:spPr/>
        <p:txBody>
          <a:bodyPr/>
          <a:lstStyle/>
          <a:p>
            <a:fld id="{D6396F81-1074-6B40-A92F-A06CCD3B4178}" type="slidenum">
              <a:rPr lang="en-US" smtClean="0"/>
              <a:t>‹#›</a:t>
            </a:fld>
            <a:endParaRPr lang="en-US"/>
          </a:p>
        </p:txBody>
      </p:sp>
    </p:spTree>
    <p:extLst>
      <p:ext uri="{BB962C8B-B14F-4D97-AF65-F5344CB8AC3E}">
        <p14:creationId xmlns:p14="http://schemas.microsoft.com/office/powerpoint/2010/main" val="121685244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CBFB9-B574-3DEB-F162-FE89B3802B30}"/>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8094B0E9-24AC-9760-0CBD-E5D0888E3FAA}"/>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95C41205-CA2E-9649-1960-8F17E0E6D292}"/>
              </a:ext>
            </a:extLst>
          </p:cNvPr>
          <p:cNvSpPr>
            <a:spLocks noGrp="1"/>
          </p:cNvSpPr>
          <p:nvPr>
            <p:ph type="dt" sz="half" idx="10"/>
          </p:nvPr>
        </p:nvSpPr>
        <p:spPr/>
        <p:txBody>
          <a:bodyPr/>
          <a:lstStyle/>
          <a:p>
            <a:fld id="{8C868A0C-C998-984C-ABE3-A33473D7CABD}" type="datetime1">
              <a:rPr lang="en-IN" smtClean="0"/>
              <a:t>09-03-2026</a:t>
            </a:fld>
            <a:endParaRPr lang="en-US"/>
          </a:p>
        </p:txBody>
      </p:sp>
      <p:sp>
        <p:nvSpPr>
          <p:cNvPr id="5" name="Footer Placeholder 4">
            <a:extLst>
              <a:ext uri="{FF2B5EF4-FFF2-40B4-BE49-F238E27FC236}">
                <a16:creationId xmlns:a16="http://schemas.microsoft.com/office/drawing/2014/main" id="{BC702BAD-D0DE-F254-BBD1-2AFE276BD322}"/>
              </a:ext>
            </a:extLst>
          </p:cNvPr>
          <p:cNvSpPr>
            <a:spLocks noGrp="1"/>
          </p:cNvSpPr>
          <p:nvPr>
            <p:ph type="ftr" sz="quarter" idx="11"/>
          </p:nvPr>
        </p:nvSpPr>
        <p:spPr/>
        <p:txBody>
          <a:bodyPr/>
          <a:lstStyle/>
          <a:p>
            <a:r>
              <a:rPr lang="en-US"/>
              <a:t>0th REVIEW         173030211           Department of CSE</a:t>
            </a:r>
          </a:p>
        </p:txBody>
      </p:sp>
      <p:sp>
        <p:nvSpPr>
          <p:cNvPr id="6" name="Slide Number Placeholder 5">
            <a:extLst>
              <a:ext uri="{FF2B5EF4-FFF2-40B4-BE49-F238E27FC236}">
                <a16:creationId xmlns:a16="http://schemas.microsoft.com/office/drawing/2014/main" id="{C7787769-B833-24E6-E30B-DCE74558AC9F}"/>
              </a:ext>
            </a:extLst>
          </p:cNvPr>
          <p:cNvSpPr>
            <a:spLocks noGrp="1"/>
          </p:cNvSpPr>
          <p:nvPr>
            <p:ph type="sldNum" sz="quarter" idx="12"/>
          </p:nvPr>
        </p:nvSpPr>
        <p:spPr/>
        <p:txBody>
          <a:bodyPr/>
          <a:lstStyle/>
          <a:p>
            <a:fld id="{D6396F81-1074-6B40-A92F-A06CCD3B4178}" type="slidenum">
              <a:rPr lang="en-US" smtClean="0"/>
              <a:t>‹#›</a:t>
            </a:fld>
            <a:endParaRPr lang="en-US"/>
          </a:p>
        </p:txBody>
      </p:sp>
    </p:spTree>
    <p:extLst>
      <p:ext uri="{BB962C8B-B14F-4D97-AF65-F5344CB8AC3E}">
        <p14:creationId xmlns:p14="http://schemas.microsoft.com/office/powerpoint/2010/main" val="229719273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D24CF5-AE66-5FEF-8EEC-A630C8B2901A}"/>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10528CE2-68D8-267B-C297-6117F0736AB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7525FFB0-0F78-AEB8-5AFB-EC779B961448}"/>
              </a:ext>
            </a:extLst>
          </p:cNvPr>
          <p:cNvSpPr>
            <a:spLocks noGrp="1"/>
          </p:cNvSpPr>
          <p:nvPr>
            <p:ph type="dt" sz="half" idx="10"/>
          </p:nvPr>
        </p:nvSpPr>
        <p:spPr/>
        <p:txBody>
          <a:bodyPr/>
          <a:lstStyle/>
          <a:p>
            <a:fld id="{BDD2EF84-6667-8447-AC88-082F9D71D82C}" type="datetime1">
              <a:rPr lang="en-IN" smtClean="0"/>
              <a:t>09-03-2026</a:t>
            </a:fld>
            <a:endParaRPr lang="en-US"/>
          </a:p>
        </p:txBody>
      </p:sp>
      <p:sp>
        <p:nvSpPr>
          <p:cNvPr id="5" name="Footer Placeholder 4">
            <a:extLst>
              <a:ext uri="{FF2B5EF4-FFF2-40B4-BE49-F238E27FC236}">
                <a16:creationId xmlns:a16="http://schemas.microsoft.com/office/drawing/2014/main" id="{A4F3BE8E-E2EB-A8B6-21DD-9AB839A58AC4}"/>
              </a:ext>
            </a:extLst>
          </p:cNvPr>
          <p:cNvSpPr>
            <a:spLocks noGrp="1"/>
          </p:cNvSpPr>
          <p:nvPr>
            <p:ph type="ftr" sz="quarter" idx="11"/>
          </p:nvPr>
        </p:nvSpPr>
        <p:spPr/>
        <p:txBody>
          <a:bodyPr/>
          <a:lstStyle/>
          <a:p>
            <a:r>
              <a:rPr lang="en-US"/>
              <a:t>0th REVIEW         173030211           Department of CSE</a:t>
            </a:r>
          </a:p>
        </p:txBody>
      </p:sp>
      <p:sp>
        <p:nvSpPr>
          <p:cNvPr id="6" name="Slide Number Placeholder 5">
            <a:extLst>
              <a:ext uri="{FF2B5EF4-FFF2-40B4-BE49-F238E27FC236}">
                <a16:creationId xmlns:a16="http://schemas.microsoft.com/office/drawing/2014/main" id="{714BE51E-49C9-6B3A-1C46-49212B576123}"/>
              </a:ext>
            </a:extLst>
          </p:cNvPr>
          <p:cNvSpPr>
            <a:spLocks noGrp="1"/>
          </p:cNvSpPr>
          <p:nvPr>
            <p:ph type="sldNum" sz="quarter" idx="12"/>
          </p:nvPr>
        </p:nvSpPr>
        <p:spPr/>
        <p:txBody>
          <a:bodyPr/>
          <a:lstStyle/>
          <a:p>
            <a:fld id="{D6396F81-1074-6B40-A92F-A06CCD3B4178}" type="slidenum">
              <a:rPr lang="en-US" smtClean="0"/>
              <a:t>‹#›</a:t>
            </a:fld>
            <a:endParaRPr lang="en-US"/>
          </a:p>
        </p:txBody>
      </p:sp>
    </p:spTree>
    <p:extLst>
      <p:ext uri="{BB962C8B-B14F-4D97-AF65-F5344CB8AC3E}">
        <p14:creationId xmlns:p14="http://schemas.microsoft.com/office/powerpoint/2010/main" val="404083761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53AF32-49A3-7BB1-C7E7-6C5D90D17A8C}"/>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A9C51BE1-060E-F420-83BA-C8AE9151CFB7}"/>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3B5265B4-44BE-C9BD-56AD-24359969A5F6}"/>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76262ECC-3BDB-BEA4-4B7F-1545B0DC3A73}"/>
              </a:ext>
            </a:extLst>
          </p:cNvPr>
          <p:cNvSpPr>
            <a:spLocks noGrp="1"/>
          </p:cNvSpPr>
          <p:nvPr>
            <p:ph type="dt" sz="half" idx="10"/>
          </p:nvPr>
        </p:nvSpPr>
        <p:spPr/>
        <p:txBody>
          <a:bodyPr/>
          <a:lstStyle/>
          <a:p>
            <a:fld id="{61563FD6-5C64-304A-9680-469E8D83D1BF}" type="datetime1">
              <a:rPr lang="en-IN" smtClean="0"/>
              <a:t>09-03-2026</a:t>
            </a:fld>
            <a:endParaRPr lang="en-US"/>
          </a:p>
        </p:txBody>
      </p:sp>
      <p:sp>
        <p:nvSpPr>
          <p:cNvPr id="6" name="Footer Placeholder 5">
            <a:extLst>
              <a:ext uri="{FF2B5EF4-FFF2-40B4-BE49-F238E27FC236}">
                <a16:creationId xmlns:a16="http://schemas.microsoft.com/office/drawing/2014/main" id="{CD899311-B569-3D99-B257-5CEB03A68767}"/>
              </a:ext>
            </a:extLst>
          </p:cNvPr>
          <p:cNvSpPr>
            <a:spLocks noGrp="1"/>
          </p:cNvSpPr>
          <p:nvPr>
            <p:ph type="ftr" sz="quarter" idx="11"/>
          </p:nvPr>
        </p:nvSpPr>
        <p:spPr/>
        <p:txBody>
          <a:bodyPr/>
          <a:lstStyle/>
          <a:p>
            <a:r>
              <a:rPr lang="en-US"/>
              <a:t>0th REVIEW         173030211           Department of CSE</a:t>
            </a:r>
          </a:p>
        </p:txBody>
      </p:sp>
      <p:sp>
        <p:nvSpPr>
          <p:cNvPr id="7" name="Slide Number Placeholder 6">
            <a:extLst>
              <a:ext uri="{FF2B5EF4-FFF2-40B4-BE49-F238E27FC236}">
                <a16:creationId xmlns:a16="http://schemas.microsoft.com/office/drawing/2014/main" id="{2AE828AD-34AD-9A23-4FFC-4C32387C94EB}"/>
              </a:ext>
            </a:extLst>
          </p:cNvPr>
          <p:cNvSpPr>
            <a:spLocks noGrp="1"/>
          </p:cNvSpPr>
          <p:nvPr>
            <p:ph type="sldNum" sz="quarter" idx="12"/>
          </p:nvPr>
        </p:nvSpPr>
        <p:spPr/>
        <p:txBody>
          <a:bodyPr/>
          <a:lstStyle/>
          <a:p>
            <a:fld id="{D6396F81-1074-6B40-A92F-A06CCD3B4178}" type="slidenum">
              <a:rPr lang="en-US" smtClean="0"/>
              <a:t>‹#›</a:t>
            </a:fld>
            <a:endParaRPr lang="en-US"/>
          </a:p>
        </p:txBody>
      </p:sp>
    </p:spTree>
    <p:extLst>
      <p:ext uri="{BB962C8B-B14F-4D97-AF65-F5344CB8AC3E}">
        <p14:creationId xmlns:p14="http://schemas.microsoft.com/office/powerpoint/2010/main" val="110146613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E56895-A3B7-F0FB-3CBE-59E564F229E8}"/>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B129C285-ECC0-3375-66EF-B240D726BE8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12DB153A-9265-EAEC-A55D-2519057330C6}"/>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D4E62BD6-069B-567C-13A2-AD51A312FB5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660CFDC1-AF24-C301-0A26-DA099D8FF3D8}"/>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A22CB484-D858-5027-D2CF-125E103D2F43}"/>
              </a:ext>
            </a:extLst>
          </p:cNvPr>
          <p:cNvSpPr>
            <a:spLocks noGrp="1"/>
          </p:cNvSpPr>
          <p:nvPr>
            <p:ph type="dt" sz="half" idx="10"/>
          </p:nvPr>
        </p:nvSpPr>
        <p:spPr/>
        <p:txBody>
          <a:bodyPr/>
          <a:lstStyle/>
          <a:p>
            <a:fld id="{D93985EC-8C41-0649-B43C-28421C497AA5}" type="datetime1">
              <a:rPr lang="en-IN" smtClean="0"/>
              <a:t>09-03-2026</a:t>
            </a:fld>
            <a:endParaRPr lang="en-US"/>
          </a:p>
        </p:txBody>
      </p:sp>
      <p:sp>
        <p:nvSpPr>
          <p:cNvPr id="8" name="Footer Placeholder 7">
            <a:extLst>
              <a:ext uri="{FF2B5EF4-FFF2-40B4-BE49-F238E27FC236}">
                <a16:creationId xmlns:a16="http://schemas.microsoft.com/office/drawing/2014/main" id="{68CD1DFD-AA21-1102-AD58-F0AB4361723D}"/>
              </a:ext>
            </a:extLst>
          </p:cNvPr>
          <p:cNvSpPr>
            <a:spLocks noGrp="1"/>
          </p:cNvSpPr>
          <p:nvPr>
            <p:ph type="ftr" sz="quarter" idx="11"/>
          </p:nvPr>
        </p:nvSpPr>
        <p:spPr/>
        <p:txBody>
          <a:bodyPr/>
          <a:lstStyle/>
          <a:p>
            <a:r>
              <a:rPr lang="en-US"/>
              <a:t>0th REVIEW         173030211           Department of CSE</a:t>
            </a:r>
          </a:p>
        </p:txBody>
      </p:sp>
      <p:sp>
        <p:nvSpPr>
          <p:cNvPr id="9" name="Slide Number Placeholder 8">
            <a:extLst>
              <a:ext uri="{FF2B5EF4-FFF2-40B4-BE49-F238E27FC236}">
                <a16:creationId xmlns:a16="http://schemas.microsoft.com/office/drawing/2014/main" id="{6058466D-C960-00E9-B91E-E20525158DCC}"/>
              </a:ext>
            </a:extLst>
          </p:cNvPr>
          <p:cNvSpPr>
            <a:spLocks noGrp="1"/>
          </p:cNvSpPr>
          <p:nvPr>
            <p:ph type="sldNum" sz="quarter" idx="12"/>
          </p:nvPr>
        </p:nvSpPr>
        <p:spPr/>
        <p:txBody>
          <a:bodyPr/>
          <a:lstStyle/>
          <a:p>
            <a:fld id="{D6396F81-1074-6B40-A92F-A06CCD3B4178}" type="slidenum">
              <a:rPr lang="en-US" smtClean="0"/>
              <a:t>‹#›</a:t>
            </a:fld>
            <a:endParaRPr lang="en-US"/>
          </a:p>
        </p:txBody>
      </p:sp>
    </p:spTree>
    <p:extLst>
      <p:ext uri="{BB962C8B-B14F-4D97-AF65-F5344CB8AC3E}">
        <p14:creationId xmlns:p14="http://schemas.microsoft.com/office/powerpoint/2010/main" val="49516660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14.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theme" Target="../theme/theme2.xml"/><Relationship Id="rId5" Type="http://schemas.openxmlformats.org/officeDocument/2006/relationships/slideLayout" Target="../slideLayouts/slideLayout16.xml"/><Relationship Id="rId4" Type="http://schemas.openxmlformats.org/officeDocument/2006/relationships/slideLayout" Target="../slideLayouts/slideLayout1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C5EEF4A-08C3-1725-4505-63B90332E45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590D38A5-B84E-8DCB-3CEA-900D45C8584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A16F078D-01B0-9071-5546-6BFF4A071C6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885D85A-3465-384D-962A-D11BB8B39525}" type="datetime1">
              <a:rPr lang="en-IN" smtClean="0"/>
              <a:t>09-03-2026</a:t>
            </a:fld>
            <a:endParaRPr lang="en-US"/>
          </a:p>
        </p:txBody>
      </p:sp>
      <p:sp>
        <p:nvSpPr>
          <p:cNvPr id="5" name="Footer Placeholder 4">
            <a:extLst>
              <a:ext uri="{FF2B5EF4-FFF2-40B4-BE49-F238E27FC236}">
                <a16:creationId xmlns:a16="http://schemas.microsoft.com/office/drawing/2014/main" id="{3E063510-A0D8-83AF-2345-E0A8B79D5D6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0th REVIEW         173030211           Department of CSE</a:t>
            </a:r>
          </a:p>
        </p:txBody>
      </p:sp>
      <p:sp>
        <p:nvSpPr>
          <p:cNvPr id="6" name="Slide Number Placeholder 5">
            <a:extLst>
              <a:ext uri="{FF2B5EF4-FFF2-40B4-BE49-F238E27FC236}">
                <a16:creationId xmlns:a16="http://schemas.microsoft.com/office/drawing/2014/main" id="{73B51A12-6174-66E3-0415-DA607E50CD4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961B71F-4B40-8942-BB88-E0F5C0B46E10}" type="slidenum">
              <a:rPr lang="en-US" smtClean="0"/>
              <a:t>‹#›</a:t>
            </a:fld>
            <a:endParaRPr lang="en-US"/>
          </a:p>
        </p:txBody>
      </p:sp>
    </p:spTree>
    <p:extLst>
      <p:ext uri="{BB962C8B-B14F-4D97-AF65-F5344CB8AC3E}">
        <p14:creationId xmlns:p14="http://schemas.microsoft.com/office/powerpoint/2010/main" val="248082782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8B26EC2-0EF8-2F89-DF64-2685FD6393C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B1E29FC3-B99D-0056-3798-159705D1134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5A79F1E1-99D3-E959-A91B-BD6DF2599B4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9F4C6E9-161C-B44B-AD70-8813DADCDED1}" type="datetime1">
              <a:rPr lang="en-IN" smtClean="0"/>
              <a:t>09-03-2026</a:t>
            </a:fld>
            <a:endParaRPr lang="en-US"/>
          </a:p>
        </p:txBody>
      </p:sp>
      <p:sp>
        <p:nvSpPr>
          <p:cNvPr id="5" name="Footer Placeholder 4">
            <a:extLst>
              <a:ext uri="{FF2B5EF4-FFF2-40B4-BE49-F238E27FC236}">
                <a16:creationId xmlns:a16="http://schemas.microsoft.com/office/drawing/2014/main" id="{44EC7260-A9B7-9847-6D81-8C797C4D5AA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0th REVIEW         173030211           Department of CSE</a:t>
            </a:r>
          </a:p>
        </p:txBody>
      </p:sp>
      <p:sp>
        <p:nvSpPr>
          <p:cNvPr id="6" name="Slide Number Placeholder 5">
            <a:extLst>
              <a:ext uri="{FF2B5EF4-FFF2-40B4-BE49-F238E27FC236}">
                <a16:creationId xmlns:a16="http://schemas.microsoft.com/office/drawing/2014/main" id="{AD527894-99B0-6303-77B2-C1C210EE22F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6396F81-1074-6B40-A92F-A06CCD3B4178}" type="slidenum">
              <a:rPr lang="en-US" smtClean="0"/>
              <a:t>‹#›</a:t>
            </a:fld>
            <a:endParaRPr lang="en-US"/>
          </a:p>
        </p:txBody>
      </p:sp>
    </p:spTree>
    <p:extLst>
      <p:ext uri="{BB962C8B-B14F-4D97-AF65-F5344CB8AC3E}">
        <p14:creationId xmlns:p14="http://schemas.microsoft.com/office/powerpoint/2010/main" val="221848436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500A09-BF95-A121-71A4-33FFE91ACA86}"/>
              </a:ext>
            </a:extLst>
          </p:cNvPr>
          <p:cNvSpPr>
            <a:spLocks noGrp="1"/>
          </p:cNvSpPr>
          <p:nvPr>
            <p:ph type="title"/>
          </p:nvPr>
        </p:nvSpPr>
        <p:spPr>
          <a:xfrm>
            <a:off x="0" y="201840"/>
            <a:ext cx="11543614" cy="1128381"/>
          </a:xfrm>
        </p:spPr>
        <p:txBody>
          <a:bodyPr>
            <a:noAutofit/>
          </a:bodyPr>
          <a:lstStyle/>
          <a:p>
            <a:pPr algn="ctr">
              <a:lnSpc>
                <a:spcPct val="100000"/>
              </a:lnSpc>
            </a:pPr>
            <a:r>
              <a:rPr lang="en-US" sz="2400" dirty="0">
                <a:solidFill>
                  <a:srgbClr val="0070C0"/>
                </a:solidFill>
                <a:latin typeface="+mn-lt"/>
                <a:cs typeface="Arial" panose="020B0604020202020204" pitchFamily="34" charset="0"/>
              </a:rPr>
              <a:t>Title :Real-Time Ride Pooling and Matching System</a:t>
            </a:r>
            <a:endParaRPr lang="en-US" sz="2400" dirty="0">
              <a:solidFill>
                <a:srgbClr val="FF0000"/>
              </a:solidFill>
              <a:latin typeface="+mn-lt"/>
              <a:cs typeface="Arial" panose="020B0604020202020204" pitchFamily="34" charset="0"/>
            </a:endParaRPr>
          </a:p>
        </p:txBody>
      </p:sp>
      <p:sp>
        <p:nvSpPr>
          <p:cNvPr id="3" name="Content Placeholder 2">
            <a:extLst>
              <a:ext uri="{FF2B5EF4-FFF2-40B4-BE49-F238E27FC236}">
                <a16:creationId xmlns:a16="http://schemas.microsoft.com/office/drawing/2014/main" id="{7AEAE0CE-45A1-A1FF-31F4-66CECAEF3059}"/>
              </a:ext>
            </a:extLst>
          </p:cNvPr>
          <p:cNvSpPr>
            <a:spLocks noGrp="1"/>
          </p:cNvSpPr>
          <p:nvPr>
            <p:ph sz="half" idx="1"/>
          </p:nvPr>
        </p:nvSpPr>
        <p:spPr>
          <a:xfrm>
            <a:off x="838200" y="1150130"/>
            <a:ext cx="10515600" cy="1097555"/>
          </a:xfrm>
        </p:spPr>
        <p:txBody>
          <a:bodyPr>
            <a:normAutofit fontScale="25000" lnSpcReduction="20000"/>
          </a:bodyPr>
          <a:lstStyle/>
          <a:p>
            <a:pPr marL="0" indent="0" algn="ctr">
              <a:buNone/>
            </a:pPr>
            <a:r>
              <a:rPr lang="en-US" sz="9600" dirty="0"/>
              <a:t>Student Name: P. Naveen</a:t>
            </a:r>
          </a:p>
          <a:p>
            <a:pPr marL="0" indent="0" algn="ctr">
              <a:buNone/>
            </a:pPr>
            <a:r>
              <a:rPr lang="en-US" sz="9600" dirty="0"/>
              <a:t>Student ID: 2520030518</a:t>
            </a:r>
            <a:endParaRPr lang="en-US" sz="2400" dirty="0"/>
          </a:p>
          <a:p>
            <a:pPr marL="0" indent="0" algn="ctr">
              <a:buNone/>
            </a:pPr>
            <a:r>
              <a:rPr lang="en-US" sz="11200" dirty="0"/>
              <a:t>Cluster: 3</a:t>
            </a:r>
          </a:p>
          <a:p>
            <a:pPr marL="0" indent="0" algn="ctr">
              <a:buNone/>
            </a:pPr>
            <a:r>
              <a:rPr lang="en-US" sz="11200" dirty="0"/>
              <a:t>Section: 9</a:t>
            </a:r>
          </a:p>
        </p:txBody>
      </p:sp>
      <p:sp>
        <p:nvSpPr>
          <p:cNvPr id="6" name="Date Placeholder 5">
            <a:extLst>
              <a:ext uri="{FF2B5EF4-FFF2-40B4-BE49-F238E27FC236}">
                <a16:creationId xmlns:a16="http://schemas.microsoft.com/office/drawing/2014/main" id="{024CF11E-4EBB-004C-8FD7-152B8D16D8B6}"/>
              </a:ext>
            </a:extLst>
          </p:cNvPr>
          <p:cNvSpPr>
            <a:spLocks noGrp="1"/>
          </p:cNvSpPr>
          <p:nvPr>
            <p:ph type="dt" sz="half" idx="10"/>
          </p:nvPr>
        </p:nvSpPr>
        <p:spPr/>
        <p:txBody>
          <a:bodyPr/>
          <a:lstStyle/>
          <a:p>
            <a:fld id="{D4ABCEED-36AB-D94A-B562-4D3E096B39D1}" type="datetime1">
              <a:rPr lang="en-IN" smtClean="0"/>
              <a:t>09-03-2026</a:t>
            </a:fld>
            <a:endParaRPr lang="en-US"/>
          </a:p>
        </p:txBody>
      </p:sp>
      <p:pic>
        <p:nvPicPr>
          <p:cNvPr id="12" name="Picture 11" descr="A picture containing shape&#10;&#10;Description automatically generated">
            <a:extLst>
              <a:ext uri="{FF2B5EF4-FFF2-40B4-BE49-F238E27FC236}">
                <a16:creationId xmlns:a16="http://schemas.microsoft.com/office/drawing/2014/main" id="{22EBCDF0-8C0C-C908-85EA-FD8A72825B21}"/>
              </a:ext>
            </a:extLst>
          </p:cNvPr>
          <p:cNvPicPr>
            <a:picLocks noChangeAspect="1"/>
          </p:cNvPicPr>
          <p:nvPr/>
        </p:nvPicPr>
        <p:blipFill>
          <a:blip r:embed="rId2"/>
          <a:stretch>
            <a:fillRect/>
          </a:stretch>
        </p:blipFill>
        <p:spPr>
          <a:xfrm>
            <a:off x="5356361" y="5015918"/>
            <a:ext cx="1725712" cy="930978"/>
          </a:xfrm>
          <a:prstGeom prst="rect">
            <a:avLst/>
          </a:prstGeom>
        </p:spPr>
      </p:pic>
      <p:sp>
        <p:nvSpPr>
          <p:cNvPr id="13" name="Content Placeholder 3">
            <a:extLst>
              <a:ext uri="{FF2B5EF4-FFF2-40B4-BE49-F238E27FC236}">
                <a16:creationId xmlns:a16="http://schemas.microsoft.com/office/drawing/2014/main" id="{3F9DE7D0-41AC-90DD-3065-235240261B1B}"/>
              </a:ext>
            </a:extLst>
          </p:cNvPr>
          <p:cNvSpPr txBox="1">
            <a:spLocks/>
          </p:cNvSpPr>
          <p:nvPr/>
        </p:nvSpPr>
        <p:spPr>
          <a:xfrm>
            <a:off x="838200" y="3332480"/>
            <a:ext cx="11199471" cy="1571945"/>
          </a:xfrm>
          <a:prstGeom prst="rect">
            <a:avLst/>
          </a:prstGeom>
        </p:spPr>
        <p:txBody>
          <a:bodyPr vert="horz" lIns="91440" tIns="45720" rIns="91440" bIns="45720" rtlCol="0">
            <a:normAutofit fontScale="2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8600" dirty="0"/>
              <a:t>Under the Guidance </a:t>
            </a:r>
          </a:p>
          <a:p>
            <a:pPr marL="0" indent="0" algn="ctr">
              <a:buNone/>
            </a:pPr>
            <a:r>
              <a:rPr lang="en-US" sz="8600" dirty="0"/>
              <a:t>of </a:t>
            </a:r>
            <a:endParaRPr lang="en-US" sz="8600" dirty="0">
              <a:solidFill>
                <a:srgbClr val="00B050"/>
              </a:solidFill>
            </a:endParaRPr>
          </a:p>
          <a:p>
            <a:pPr marL="0" indent="0" algn="ctr">
              <a:buNone/>
            </a:pPr>
            <a:r>
              <a:rPr lang="en-US" sz="8600" dirty="0">
                <a:solidFill>
                  <a:srgbClr val="00B050"/>
                </a:solidFill>
              </a:rPr>
              <a:t>Supervisor Name: Dr Venkat </a:t>
            </a:r>
            <a:r>
              <a:rPr lang="en-US" sz="8600" dirty="0" err="1">
                <a:solidFill>
                  <a:srgbClr val="00B050"/>
                </a:solidFill>
              </a:rPr>
              <a:t>Isampalli</a:t>
            </a:r>
            <a:endParaRPr lang="en-US" sz="8600" dirty="0">
              <a:solidFill>
                <a:srgbClr val="00B050"/>
              </a:solidFill>
            </a:endParaRPr>
          </a:p>
          <a:p>
            <a:pPr marL="0" indent="0" algn="ctr">
              <a:buNone/>
            </a:pPr>
            <a:r>
              <a:rPr lang="en-US" sz="8600" dirty="0">
                <a:solidFill>
                  <a:srgbClr val="00B050"/>
                </a:solidFill>
              </a:rPr>
              <a:t>Assistant Professor</a:t>
            </a:r>
          </a:p>
          <a:p>
            <a:pPr marL="0" indent="0" algn="ctr">
              <a:buNone/>
            </a:pPr>
            <a:r>
              <a:rPr lang="en-US" sz="8600" dirty="0">
                <a:solidFill>
                  <a:srgbClr val="00B050"/>
                </a:solidFill>
              </a:rPr>
              <a:t>Department of CSE</a:t>
            </a:r>
          </a:p>
          <a:p>
            <a:pPr marL="0" indent="0">
              <a:buFont typeface="Arial" panose="020B0604020202020204" pitchFamily="34" charset="0"/>
              <a:buNone/>
            </a:pPr>
            <a:endParaRPr lang="en-US" sz="2400" dirty="0">
              <a:solidFill>
                <a:srgbClr val="00B050"/>
              </a:solidFill>
            </a:endParaRPr>
          </a:p>
        </p:txBody>
      </p:sp>
      <p:sp>
        <p:nvSpPr>
          <p:cNvPr id="5" name="Slide Number Placeholder 4">
            <a:extLst>
              <a:ext uri="{FF2B5EF4-FFF2-40B4-BE49-F238E27FC236}">
                <a16:creationId xmlns:a16="http://schemas.microsoft.com/office/drawing/2014/main" id="{8A4C03D2-3952-BF4D-18CA-C2C8547E2A2A}"/>
              </a:ext>
            </a:extLst>
          </p:cNvPr>
          <p:cNvSpPr>
            <a:spLocks noGrp="1"/>
          </p:cNvSpPr>
          <p:nvPr>
            <p:ph type="sldNum" sz="quarter" idx="12"/>
          </p:nvPr>
        </p:nvSpPr>
        <p:spPr/>
        <p:txBody>
          <a:bodyPr/>
          <a:lstStyle/>
          <a:p>
            <a:fld id="{B961B71F-4B40-8942-BB88-E0F5C0B46E10}" type="slidenum">
              <a:rPr lang="en-US" smtClean="0"/>
              <a:t>1</a:t>
            </a:fld>
            <a:endParaRPr lang="en-US"/>
          </a:p>
        </p:txBody>
      </p:sp>
    </p:spTree>
    <p:extLst>
      <p:ext uri="{BB962C8B-B14F-4D97-AF65-F5344CB8AC3E}">
        <p14:creationId xmlns:p14="http://schemas.microsoft.com/office/powerpoint/2010/main" val="101701633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D45DB3B1-7702-A34D-B15A-E964B95D6FB5}"/>
              </a:ext>
            </a:extLst>
          </p:cNvPr>
          <p:cNvSpPr>
            <a:spLocks noGrp="1"/>
          </p:cNvSpPr>
          <p:nvPr>
            <p:ph type="title"/>
          </p:nvPr>
        </p:nvSpPr>
        <p:spPr>
          <a:xfrm>
            <a:off x="1180618" y="365125"/>
            <a:ext cx="10173182" cy="1128009"/>
          </a:xfrm>
        </p:spPr>
        <p:txBody>
          <a:bodyPr/>
          <a:lstStyle/>
          <a:p>
            <a:pPr algn="ctr"/>
            <a:r>
              <a:rPr lang="en-US" b="1" dirty="0"/>
              <a:t>Abstract</a:t>
            </a:r>
          </a:p>
        </p:txBody>
      </p:sp>
      <p:sp>
        <p:nvSpPr>
          <p:cNvPr id="9" name="Content Placeholder 8">
            <a:extLst>
              <a:ext uri="{FF2B5EF4-FFF2-40B4-BE49-F238E27FC236}">
                <a16:creationId xmlns:a16="http://schemas.microsoft.com/office/drawing/2014/main" id="{0BAA4F36-AB00-F2C4-B47F-6381355DE604}"/>
              </a:ext>
            </a:extLst>
          </p:cNvPr>
          <p:cNvSpPr>
            <a:spLocks noGrp="1"/>
          </p:cNvSpPr>
          <p:nvPr>
            <p:ph idx="1"/>
          </p:nvPr>
        </p:nvSpPr>
        <p:spPr/>
        <p:txBody>
          <a:bodyPr>
            <a:normAutofit fontScale="92500"/>
          </a:bodyPr>
          <a:lstStyle/>
          <a:p>
            <a:r>
              <a:rPr lang="en-US" sz="2000" dirty="0"/>
              <a:t>This project presents the design and development of a Real-Time Ride Pooling and Matching System aimed at reducing transportation costs, traffic congestion, and environmental pollution. The system enables passengers traveling in similar directions to share a single vehicle by intelligently matching ride requests in real time.</a:t>
            </a:r>
          </a:p>
          <a:p>
            <a:r>
              <a:rPr lang="en-US" sz="2000" dirty="0"/>
              <a:t>The proposed system uses location-based services, GPS tracking, and efficient matching algorithms to identify nearby users with compatible routes and schedules. By analyzing factors such as distance, travel time, and user preferences, the system ensures optimal ride pairing and route planning.</a:t>
            </a:r>
          </a:p>
          <a:p>
            <a:r>
              <a:rPr lang="en-US" sz="2100" dirty="0"/>
              <a:t>A mobile and web-based interface is developed to allow users to easily request rides, view matched partners, track vehicles, and communicate with drivers. The system also includes safety features such as user authentication, trip history, and feedback mechanisms to enhance trust and reliability.</a:t>
            </a:r>
          </a:p>
          <a:p>
            <a:r>
              <a:rPr lang="en-US" sz="2100" dirty="0"/>
              <a:t>Overall, this project improves urban mobility by promoting shared transportation, lowering fuel consumption, and providing a cost-effective and eco-friendly travel solution. The Real-Time Ride Pooling and Matching System contributes to the development of smart transportation and sustainable cities.</a:t>
            </a:r>
          </a:p>
        </p:txBody>
      </p:sp>
      <p:sp>
        <p:nvSpPr>
          <p:cNvPr id="5" name="Date Placeholder 4">
            <a:extLst>
              <a:ext uri="{FF2B5EF4-FFF2-40B4-BE49-F238E27FC236}">
                <a16:creationId xmlns:a16="http://schemas.microsoft.com/office/drawing/2014/main" id="{BD5C2420-26C9-65B4-41BA-D5CA69721C05}"/>
              </a:ext>
            </a:extLst>
          </p:cNvPr>
          <p:cNvSpPr>
            <a:spLocks noGrp="1"/>
          </p:cNvSpPr>
          <p:nvPr>
            <p:ph type="dt" sz="half" idx="10"/>
          </p:nvPr>
        </p:nvSpPr>
        <p:spPr/>
        <p:txBody>
          <a:bodyPr/>
          <a:lstStyle/>
          <a:p>
            <a:fld id="{20A639D7-EAE1-7C4A-AC63-30DD6B16DE20}" type="datetime1">
              <a:rPr lang="en-IN" smtClean="0"/>
              <a:t>09-03-2026</a:t>
            </a:fld>
            <a:endParaRPr lang="en-US"/>
          </a:p>
        </p:txBody>
      </p:sp>
      <p:sp>
        <p:nvSpPr>
          <p:cNvPr id="6" name="Footer Placeholder 5">
            <a:extLst>
              <a:ext uri="{FF2B5EF4-FFF2-40B4-BE49-F238E27FC236}">
                <a16:creationId xmlns:a16="http://schemas.microsoft.com/office/drawing/2014/main" id="{AE9B4454-96E6-70D8-1440-2142487397DF}"/>
              </a:ext>
            </a:extLst>
          </p:cNvPr>
          <p:cNvSpPr>
            <a:spLocks noGrp="1"/>
          </p:cNvSpPr>
          <p:nvPr>
            <p:ph type="ftr" sz="quarter" idx="11"/>
          </p:nvPr>
        </p:nvSpPr>
        <p:spPr/>
        <p:txBody>
          <a:bodyPr/>
          <a:lstStyle/>
          <a:p>
            <a:r>
              <a:rPr lang="en-US" dirty="0"/>
              <a:t>173030211           Department of CSE</a:t>
            </a:r>
          </a:p>
        </p:txBody>
      </p:sp>
      <p:sp>
        <p:nvSpPr>
          <p:cNvPr id="7" name="Slide Number Placeholder 6">
            <a:extLst>
              <a:ext uri="{FF2B5EF4-FFF2-40B4-BE49-F238E27FC236}">
                <a16:creationId xmlns:a16="http://schemas.microsoft.com/office/drawing/2014/main" id="{5F827BAA-7E22-F268-D9DC-5E17D9155237}"/>
              </a:ext>
            </a:extLst>
          </p:cNvPr>
          <p:cNvSpPr>
            <a:spLocks noGrp="1"/>
          </p:cNvSpPr>
          <p:nvPr>
            <p:ph type="sldNum" sz="quarter" idx="12"/>
          </p:nvPr>
        </p:nvSpPr>
        <p:spPr/>
        <p:txBody>
          <a:bodyPr/>
          <a:lstStyle/>
          <a:p>
            <a:fld id="{B961B71F-4B40-8942-BB88-E0F5C0B46E10}" type="slidenum">
              <a:rPr lang="en-US" smtClean="0"/>
              <a:t>2</a:t>
            </a:fld>
            <a:endParaRPr lang="en-US"/>
          </a:p>
        </p:txBody>
      </p:sp>
    </p:spTree>
    <p:extLst>
      <p:ext uri="{BB962C8B-B14F-4D97-AF65-F5344CB8AC3E}">
        <p14:creationId xmlns:p14="http://schemas.microsoft.com/office/powerpoint/2010/main" val="271578379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D45DB3B1-7702-A34D-B15A-E964B95D6FB5}"/>
              </a:ext>
            </a:extLst>
          </p:cNvPr>
          <p:cNvSpPr>
            <a:spLocks noGrp="1"/>
          </p:cNvSpPr>
          <p:nvPr>
            <p:ph type="title"/>
          </p:nvPr>
        </p:nvSpPr>
        <p:spPr>
          <a:xfrm>
            <a:off x="-825463" y="1027598"/>
            <a:ext cx="10173182" cy="1128009"/>
          </a:xfrm>
        </p:spPr>
        <p:txBody>
          <a:bodyPr/>
          <a:lstStyle/>
          <a:p>
            <a:pPr algn="ctr"/>
            <a:r>
              <a:rPr lang="en-US" b="1" dirty="0"/>
              <a:t>Existing System </a:t>
            </a:r>
          </a:p>
        </p:txBody>
      </p:sp>
      <p:sp>
        <p:nvSpPr>
          <p:cNvPr id="5" name="Date Placeholder 4">
            <a:extLst>
              <a:ext uri="{FF2B5EF4-FFF2-40B4-BE49-F238E27FC236}">
                <a16:creationId xmlns:a16="http://schemas.microsoft.com/office/drawing/2014/main" id="{BD5C2420-26C9-65B4-41BA-D5CA69721C05}"/>
              </a:ext>
            </a:extLst>
          </p:cNvPr>
          <p:cNvSpPr>
            <a:spLocks noGrp="1"/>
          </p:cNvSpPr>
          <p:nvPr>
            <p:ph type="dt" sz="half" idx="10"/>
          </p:nvPr>
        </p:nvSpPr>
        <p:spPr/>
        <p:txBody>
          <a:bodyPr/>
          <a:lstStyle/>
          <a:p>
            <a:fld id="{22CB9F02-6AB8-A348-9013-8FCBB8174821}" type="datetime1">
              <a:rPr lang="en-IN" smtClean="0"/>
              <a:t>09-03-2026</a:t>
            </a:fld>
            <a:endParaRPr lang="en-US"/>
          </a:p>
        </p:txBody>
      </p:sp>
      <p:sp>
        <p:nvSpPr>
          <p:cNvPr id="6" name="Footer Placeholder 5">
            <a:extLst>
              <a:ext uri="{FF2B5EF4-FFF2-40B4-BE49-F238E27FC236}">
                <a16:creationId xmlns:a16="http://schemas.microsoft.com/office/drawing/2014/main" id="{AE9B4454-96E6-70D8-1440-2142487397DF}"/>
              </a:ext>
            </a:extLst>
          </p:cNvPr>
          <p:cNvSpPr>
            <a:spLocks noGrp="1"/>
          </p:cNvSpPr>
          <p:nvPr>
            <p:ph type="ftr" sz="quarter" idx="11"/>
          </p:nvPr>
        </p:nvSpPr>
        <p:spPr/>
        <p:txBody>
          <a:bodyPr/>
          <a:lstStyle/>
          <a:p>
            <a:r>
              <a:rPr lang="en-US" dirty="0"/>
              <a:t>173030211           Department of CSE</a:t>
            </a:r>
          </a:p>
        </p:txBody>
      </p:sp>
      <p:sp>
        <p:nvSpPr>
          <p:cNvPr id="7" name="Slide Number Placeholder 6">
            <a:extLst>
              <a:ext uri="{FF2B5EF4-FFF2-40B4-BE49-F238E27FC236}">
                <a16:creationId xmlns:a16="http://schemas.microsoft.com/office/drawing/2014/main" id="{5F827BAA-7E22-F268-D9DC-5E17D9155237}"/>
              </a:ext>
            </a:extLst>
          </p:cNvPr>
          <p:cNvSpPr>
            <a:spLocks noGrp="1"/>
          </p:cNvSpPr>
          <p:nvPr>
            <p:ph type="sldNum" sz="quarter" idx="12"/>
          </p:nvPr>
        </p:nvSpPr>
        <p:spPr/>
        <p:txBody>
          <a:bodyPr/>
          <a:lstStyle/>
          <a:p>
            <a:fld id="{B961B71F-4B40-8942-BB88-E0F5C0B46E10}" type="slidenum">
              <a:rPr lang="en-US" smtClean="0"/>
              <a:t>3</a:t>
            </a:fld>
            <a:endParaRPr lang="en-US"/>
          </a:p>
        </p:txBody>
      </p:sp>
      <p:sp>
        <p:nvSpPr>
          <p:cNvPr id="2" name="Content Placeholder 1">
            <a:extLst>
              <a:ext uri="{FF2B5EF4-FFF2-40B4-BE49-F238E27FC236}">
                <a16:creationId xmlns:a16="http://schemas.microsoft.com/office/drawing/2014/main" id="{AC07E156-D142-1426-CB98-3C10385F1268}"/>
              </a:ext>
            </a:extLst>
          </p:cNvPr>
          <p:cNvSpPr>
            <a:spLocks noGrp="1" noChangeArrowheads="1"/>
          </p:cNvSpPr>
          <p:nvPr>
            <p:ph idx="1"/>
          </p:nvPr>
        </p:nvSpPr>
        <p:spPr bwMode="auto">
          <a:xfrm>
            <a:off x="864637" y="2565268"/>
            <a:ext cx="11038278"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400" b="0" i="0" u="none" strike="noStrike" cap="none" normalizeH="0" baseline="0" dirty="0">
                <a:ln>
                  <a:noFill/>
                </a:ln>
                <a:solidFill>
                  <a:schemeClr val="tx1"/>
                </a:solidFill>
                <a:effectLst/>
                <a:latin typeface="Arial" panose="020B0604020202020204" pitchFamily="34" charset="0"/>
              </a:rPr>
              <a:t>Most people travel individually using personal vehicles or taxis.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400" b="0" i="0" u="none" strike="noStrike" cap="none" normalizeH="0" baseline="0" dirty="0">
                <a:ln>
                  <a:noFill/>
                </a:ln>
                <a:solidFill>
                  <a:schemeClr val="tx1"/>
                </a:solidFill>
                <a:effectLst/>
                <a:latin typeface="Arial" panose="020B0604020202020204" pitchFamily="34" charset="0"/>
              </a:rPr>
              <a:t>Current ride booking apps mainly focus on single passenger rides.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400" b="0" i="0" u="none" strike="noStrike" cap="none" normalizeH="0" baseline="0" dirty="0">
                <a:ln>
                  <a:noFill/>
                </a:ln>
                <a:solidFill>
                  <a:schemeClr val="tx1"/>
                </a:solidFill>
                <a:effectLst/>
                <a:latin typeface="Arial" panose="020B0604020202020204" pitchFamily="34" charset="0"/>
              </a:rPr>
              <a:t>These systems do not efficiently match people travelling in the same direction.</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400" b="0" i="0" u="none" strike="noStrike" cap="none" normalizeH="0" baseline="0" dirty="0">
                <a:ln>
                  <a:noFill/>
                </a:ln>
                <a:solidFill>
                  <a:schemeClr val="tx1"/>
                </a:solidFill>
                <a:effectLst/>
                <a:latin typeface="Arial" panose="020B0604020202020204" pitchFamily="34" charset="0"/>
              </a:rPr>
              <a:t>This leads to</a:t>
            </a:r>
            <a:r>
              <a:rPr lang="en-US" altLang="en-US" sz="2400" dirty="0">
                <a:latin typeface="Arial" panose="020B0604020202020204" pitchFamily="34" charset="0"/>
              </a:rPr>
              <a:t> higher travel cost, traffic congestion</a:t>
            </a:r>
            <a:r>
              <a:rPr kumimoji="0" lang="en-US" altLang="en-US" sz="2400" b="0" i="0" u="none" strike="noStrike" cap="none" normalizeH="0" baseline="0" dirty="0">
                <a:ln>
                  <a:noFill/>
                </a:ln>
                <a:solidFill>
                  <a:schemeClr val="tx1"/>
                </a:solidFill>
                <a:effectLst/>
                <a:latin typeface="Arial" panose="020B0604020202020204" pitchFamily="34" charset="0"/>
              </a:rPr>
              <a:t>, and transportation efficiency.</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400" b="0" i="0" u="none" strike="noStrike" cap="none" normalizeH="0" baseline="0" dirty="0">
                <a:ln>
                  <a:noFill/>
                </a:ln>
                <a:solidFill>
                  <a:schemeClr val="tx1"/>
                </a:solidFill>
                <a:effectLst/>
                <a:latin typeface="Arial" panose="020B0604020202020204" pitchFamily="34" charset="0"/>
              </a:rPr>
              <a:t>Lack of real-time ride sharing reduces transportation efficiency.</a:t>
            </a:r>
          </a:p>
        </p:txBody>
      </p:sp>
    </p:spTree>
    <p:extLst>
      <p:ext uri="{BB962C8B-B14F-4D97-AF65-F5344CB8AC3E}">
        <p14:creationId xmlns:p14="http://schemas.microsoft.com/office/powerpoint/2010/main" val="93083332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DE7308-1D11-0801-FB87-8CFF8CD98E96}"/>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2EAE696E-C5CB-1479-F98C-F7C2D0B7BED0}"/>
              </a:ext>
            </a:extLst>
          </p:cNvPr>
          <p:cNvSpPr>
            <a:spLocks noGrp="1"/>
          </p:cNvSpPr>
          <p:nvPr>
            <p:ph type="title"/>
          </p:nvPr>
        </p:nvSpPr>
        <p:spPr>
          <a:xfrm>
            <a:off x="0" y="929129"/>
            <a:ext cx="10173182" cy="1128009"/>
          </a:xfrm>
        </p:spPr>
        <p:txBody>
          <a:bodyPr/>
          <a:lstStyle/>
          <a:p>
            <a:pPr algn="ctr"/>
            <a:r>
              <a:rPr lang="en-US" b="1" dirty="0"/>
              <a:t>Proposed System</a:t>
            </a:r>
          </a:p>
        </p:txBody>
      </p:sp>
      <p:sp>
        <p:nvSpPr>
          <p:cNvPr id="5" name="Date Placeholder 4">
            <a:extLst>
              <a:ext uri="{FF2B5EF4-FFF2-40B4-BE49-F238E27FC236}">
                <a16:creationId xmlns:a16="http://schemas.microsoft.com/office/drawing/2014/main" id="{DBF95472-1444-D525-21F0-49779A036CF4}"/>
              </a:ext>
            </a:extLst>
          </p:cNvPr>
          <p:cNvSpPr>
            <a:spLocks noGrp="1"/>
          </p:cNvSpPr>
          <p:nvPr>
            <p:ph type="dt" sz="half" idx="10"/>
          </p:nvPr>
        </p:nvSpPr>
        <p:spPr/>
        <p:txBody>
          <a:bodyPr/>
          <a:lstStyle/>
          <a:p>
            <a:fld id="{20A639D7-EAE1-7C4A-AC63-30DD6B16DE20}" type="datetime1">
              <a:rPr lang="en-IN" smtClean="0"/>
              <a:t>09-03-2026</a:t>
            </a:fld>
            <a:endParaRPr lang="en-US" dirty="0"/>
          </a:p>
        </p:txBody>
      </p:sp>
      <p:sp>
        <p:nvSpPr>
          <p:cNvPr id="6" name="Footer Placeholder 5">
            <a:extLst>
              <a:ext uri="{FF2B5EF4-FFF2-40B4-BE49-F238E27FC236}">
                <a16:creationId xmlns:a16="http://schemas.microsoft.com/office/drawing/2014/main" id="{F5E105F9-7400-1835-C4B4-B38C94DE631B}"/>
              </a:ext>
            </a:extLst>
          </p:cNvPr>
          <p:cNvSpPr>
            <a:spLocks noGrp="1"/>
          </p:cNvSpPr>
          <p:nvPr>
            <p:ph type="ftr" sz="quarter" idx="11"/>
          </p:nvPr>
        </p:nvSpPr>
        <p:spPr/>
        <p:txBody>
          <a:bodyPr/>
          <a:lstStyle/>
          <a:p>
            <a:r>
              <a:rPr lang="en-US" dirty="0"/>
              <a:t>173030211           Department of CSE</a:t>
            </a:r>
          </a:p>
        </p:txBody>
      </p:sp>
      <p:sp>
        <p:nvSpPr>
          <p:cNvPr id="7" name="Slide Number Placeholder 6">
            <a:extLst>
              <a:ext uri="{FF2B5EF4-FFF2-40B4-BE49-F238E27FC236}">
                <a16:creationId xmlns:a16="http://schemas.microsoft.com/office/drawing/2014/main" id="{F9D399E1-BA43-10D5-C92A-C058676C1ABA}"/>
              </a:ext>
            </a:extLst>
          </p:cNvPr>
          <p:cNvSpPr>
            <a:spLocks noGrp="1"/>
          </p:cNvSpPr>
          <p:nvPr>
            <p:ph type="sldNum" sz="quarter" idx="12"/>
          </p:nvPr>
        </p:nvSpPr>
        <p:spPr/>
        <p:txBody>
          <a:bodyPr/>
          <a:lstStyle/>
          <a:p>
            <a:fld id="{B961B71F-4B40-8942-BB88-E0F5C0B46E10}" type="slidenum">
              <a:rPr lang="en-US" smtClean="0"/>
              <a:t>4</a:t>
            </a:fld>
            <a:endParaRPr lang="en-US"/>
          </a:p>
        </p:txBody>
      </p:sp>
      <p:sp>
        <p:nvSpPr>
          <p:cNvPr id="2" name="Content Placeholder 1">
            <a:extLst>
              <a:ext uri="{FF2B5EF4-FFF2-40B4-BE49-F238E27FC236}">
                <a16:creationId xmlns:a16="http://schemas.microsoft.com/office/drawing/2014/main" id="{BD76F6D0-EA3A-A707-31DB-7B662B765B62}"/>
              </a:ext>
            </a:extLst>
          </p:cNvPr>
          <p:cNvSpPr>
            <a:spLocks noGrp="1" noChangeArrowheads="1"/>
          </p:cNvSpPr>
          <p:nvPr>
            <p:ph idx="1"/>
          </p:nvPr>
        </p:nvSpPr>
        <p:spPr bwMode="auto">
          <a:xfrm>
            <a:off x="838200" y="3185686"/>
            <a:ext cx="10444269" cy="16312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000" b="0" i="0" u="none" strike="noStrike" cap="none" normalizeH="0" baseline="0" dirty="0">
                <a:ln>
                  <a:noFill/>
                </a:ln>
                <a:solidFill>
                  <a:schemeClr val="tx1"/>
                </a:solidFill>
                <a:effectLst/>
                <a:latin typeface="Arial" panose="020B0604020202020204" pitchFamily="34" charset="0"/>
              </a:rPr>
              <a:t>The proposed system introduces a </a:t>
            </a:r>
            <a:r>
              <a:rPr kumimoji="0" lang="en-US" altLang="en-US" sz="2000" b="1" i="0" u="none" strike="noStrike" cap="none" normalizeH="0" baseline="0" dirty="0">
                <a:ln>
                  <a:noFill/>
                </a:ln>
                <a:solidFill>
                  <a:schemeClr val="tx1"/>
                </a:solidFill>
                <a:effectLst/>
                <a:latin typeface="Arial" panose="020B0604020202020204" pitchFamily="34" charset="0"/>
              </a:rPr>
              <a:t>Real-Time Ride Pooling and Matching System</a:t>
            </a:r>
            <a:r>
              <a:rPr kumimoji="0" lang="en-US" altLang="en-US" sz="2000" b="0" i="0" u="none" strike="noStrike" cap="none" normalizeH="0" baseline="0" dirty="0">
                <a:ln>
                  <a:noFill/>
                </a:ln>
                <a:solidFill>
                  <a:schemeClr val="tx1"/>
                </a:solidFill>
                <a:effectLst/>
                <a:latin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000" b="0" i="0" u="none" strike="noStrike" cap="none" normalizeH="0" baseline="0" dirty="0">
                <a:ln>
                  <a:noFill/>
                </a:ln>
                <a:solidFill>
                  <a:schemeClr val="tx1"/>
                </a:solidFill>
                <a:effectLst/>
                <a:latin typeface="Arial" panose="020B0604020202020204" pitchFamily="34" charset="0"/>
              </a:rPr>
              <a:t>It connects passengers traveling in </a:t>
            </a:r>
            <a:r>
              <a:rPr kumimoji="0" lang="en-US" altLang="en-US" sz="2000" b="1" i="0" u="none" strike="noStrike" cap="none" normalizeH="0" baseline="0" dirty="0">
                <a:ln>
                  <a:noFill/>
                </a:ln>
                <a:solidFill>
                  <a:schemeClr val="tx1"/>
                </a:solidFill>
                <a:effectLst/>
                <a:latin typeface="Arial" panose="020B0604020202020204" pitchFamily="34" charset="0"/>
              </a:rPr>
              <a:t>similar routes and timings</a:t>
            </a:r>
            <a:r>
              <a:rPr kumimoji="0" lang="en-US" altLang="en-US" sz="2000" b="0" i="0" u="none" strike="noStrike" cap="none" normalizeH="0" baseline="0" dirty="0">
                <a:ln>
                  <a:noFill/>
                </a:ln>
                <a:solidFill>
                  <a:schemeClr val="tx1"/>
                </a:solidFill>
                <a:effectLst/>
                <a:latin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000" b="0" i="0" u="none" strike="noStrike" cap="none" normalizeH="0" baseline="0" dirty="0">
                <a:ln>
                  <a:noFill/>
                </a:ln>
                <a:solidFill>
                  <a:schemeClr val="tx1"/>
                </a:solidFill>
                <a:effectLst/>
                <a:latin typeface="Arial" panose="020B0604020202020204" pitchFamily="34" charset="0"/>
              </a:rPr>
              <a:t>The system uses </a:t>
            </a:r>
            <a:r>
              <a:rPr kumimoji="0" lang="en-US" altLang="en-US" sz="2000" b="1" i="0" u="none" strike="noStrike" cap="none" normalizeH="0" baseline="0" dirty="0">
                <a:ln>
                  <a:noFill/>
                </a:ln>
                <a:solidFill>
                  <a:schemeClr val="tx1"/>
                </a:solidFill>
                <a:effectLst/>
                <a:latin typeface="Arial" panose="020B0604020202020204" pitchFamily="34" charset="0"/>
              </a:rPr>
              <a:t>location data and matching algorithms</a:t>
            </a:r>
            <a:r>
              <a:rPr kumimoji="0" lang="en-US" altLang="en-US" sz="2000" b="0" i="0" u="none" strike="noStrike" cap="none" normalizeH="0" baseline="0" dirty="0">
                <a:ln>
                  <a:noFill/>
                </a:ln>
                <a:solidFill>
                  <a:schemeClr val="tx1"/>
                </a:solidFill>
                <a:effectLst/>
                <a:latin typeface="Arial" panose="020B0604020202020204" pitchFamily="34" charset="0"/>
              </a:rPr>
              <a:t> to find suitable ride partners.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000" b="0" i="0" u="none" strike="noStrike" cap="none" normalizeH="0" baseline="0" dirty="0">
                <a:ln>
                  <a:noFill/>
                </a:ln>
                <a:solidFill>
                  <a:schemeClr val="tx1"/>
                </a:solidFill>
                <a:effectLst/>
                <a:latin typeface="Arial" panose="020B0604020202020204" pitchFamily="34" charset="0"/>
              </a:rPr>
              <a:t>Users can </a:t>
            </a:r>
            <a:r>
              <a:rPr kumimoji="0" lang="en-US" altLang="en-US" sz="2000" b="1" i="0" u="none" strike="noStrike" cap="none" normalizeH="0" baseline="0" dirty="0">
                <a:ln>
                  <a:noFill/>
                </a:ln>
                <a:solidFill>
                  <a:schemeClr val="tx1"/>
                </a:solidFill>
                <a:effectLst/>
                <a:latin typeface="Arial" panose="020B0604020202020204" pitchFamily="34" charset="0"/>
              </a:rPr>
              <a:t>request a ride or offer a ride</a:t>
            </a:r>
            <a:r>
              <a:rPr kumimoji="0" lang="en-US" altLang="en-US" sz="2000" b="0" i="0" u="none" strike="noStrike" cap="none" normalizeH="0" baseline="0" dirty="0">
                <a:ln>
                  <a:noFill/>
                </a:ln>
                <a:solidFill>
                  <a:schemeClr val="tx1"/>
                </a:solidFill>
                <a:effectLst/>
                <a:latin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000" b="0" i="0" u="none" strike="noStrike" cap="none" normalizeH="0" baseline="0" dirty="0">
                <a:ln>
                  <a:noFill/>
                </a:ln>
                <a:solidFill>
                  <a:schemeClr val="tx1"/>
                </a:solidFill>
                <a:effectLst/>
                <a:latin typeface="Arial" panose="020B0604020202020204" pitchFamily="34" charset="0"/>
              </a:rPr>
              <a:t>The system reduces </a:t>
            </a:r>
            <a:r>
              <a:rPr kumimoji="0" lang="en-US" altLang="en-US" sz="2000" b="1" i="0" u="none" strike="noStrike" cap="none" normalizeH="0" baseline="0" dirty="0">
                <a:ln>
                  <a:noFill/>
                </a:ln>
                <a:solidFill>
                  <a:schemeClr val="tx1"/>
                </a:solidFill>
                <a:effectLst/>
                <a:latin typeface="Arial" panose="020B0604020202020204" pitchFamily="34" charset="0"/>
              </a:rPr>
              <a:t>cost, traffic, and pollution</a:t>
            </a:r>
            <a:r>
              <a:rPr kumimoji="0" lang="en-US" altLang="en-US" sz="2000" b="0" i="0" u="none" strike="noStrike" cap="none" normalizeH="0" baseline="0" dirty="0">
                <a:ln>
                  <a:noFill/>
                </a:ln>
                <a:solidFill>
                  <a:schemeClr val="tx1"/>
                </a:solidFill>
                <a:effectLst/>
                <a:latin typeface="Arial" panose="020B0604020202020204" pitchFamily="34" charset="0"/>
              </a:rPr>
              <a:t> while improving transportation efficiency.</a:t>
            </a:r>
          </a:p>
        </p:txBody>
      </p:sp>
    </p:spTree>
    <p:extLst>
      <p:ext uri="{BB962C8B-B14F-4D97-AF65-F5344CB8AC3E}">
        <p14:creationId xmlns:p14="http://schemas.microsoft.com/office/powerpoint/2010/main" val="320548486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103485-1CDC-6A29-86F1-EC5F9BB7E72B}"/>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2F8E0586-CE85-480D-585E-FCD3C3448CF2}"/>
              </a:ext>
            </a:extLst>
          </p:cNvPr>
          <p:cNvSpPr>
            <a:spLocks noGrp="1"/>
          </p:cNvSpPr>
          <p:nvPr>
            <p:ph type="title"/>
          </p:nvPr>
        </p:nvSpPr>
        <p:spPr>
          <a:xfrm>
            <a:off x="1180618" y="365125"/>
            <a:ext cx="10173182" cy="1128009"/>
          </a:xfrm>
        </p:spPr>
        <p:txBody>
          <a:bodyPr/>
          <a:lstStyle/>
          <a:p>
            <a:pPr algn="ctr"/>
            <a:r>
              <a:rPr lang="en-US" b="1" dirty="0"/>
              <a:t>System Architecture</a:t>
            </a:r>
          </a:p>
        </p:txBody>
      </p:sp>
      <p:sp>
        <p:nvSpPr>
          <p:cNvPr id="5" name="Date Placeholder 4">
            <a:extLst>
              <a:ext uri="{FF2B5EF4-FFF2-40B4-BE49-F238E27FC236}">
                <a16:creationId xmlns:a16="http://schemas.microsoft.com/office/drawing/2014/main" id="{919FF571-AABB-DBF0-2720-7F01DFDDF1CF}"/>
              </a:ext>
            </a:extLst>
          </p:cNvPr>
          <p:cNvSpPr>
            <a:spLocks noGrp="1"/>
          </p:cNvSpPr>
          <p:nvPr>
            <p:ph type="dt" sz="half" idx="10"/>
          </p:nvPr>
        </p:nvSpPr>
        <p:spPr/>
        <p:txBody>
          <a:bodyPr/>
          <a:lstStyle/>
          <a:p>
            <a:fld id="{20A639D7-EAE1-7C4A-AC63-30DD6B16DE20}" type="datetime1">
              <a:rPr lang="en-IN" smtClean="0"/>
              <a:t>09-03-2026</a:t>
            </a:fld>
            <a:endParaRPr lang="en-US"/>
          </a:p>
        </p:txBody>
      </p:sp>
      <p:sp>
        <p:nvSpPr>
          <p:cNvPr id="6" name="Footer Placeholder 5">
            <a:extLst>
              <a:ext uri="{FF2B5EF4-FFF2-40B4-BE49-F238E27FC236}">
                <a16:creationId xmlns:a16="http://schemas.microsoft.com/office/drawing/2014/main" id="{ECAF6678-7BBF-2FBC-8619-C887BD26D4FF}"/>
              </a:ext>
            </a:extLst>
          </p:cNvPr>
          <p:cNvSpPr>
            <a:spLocks noGrp="1"/>
          </p:cNvSpPr>
          <p:nvPr>
            <p:ph type="ftr" sz="quarter" idx="11"/>
          </p:nvPr>
        </p:nvSpPr>
        <p:spPr/>
        <p:txBody>
          <a:bodyPr/>
          <a:lstStyle/>
          <a:p>
            <a:r>
              <a:rPr lang="en-US" dirty="0"/>
              <a:t>173030211           Department of CSE</a:t>
            </a:r>
          </a:p>
        </p:txBody>
      </p:sp>
      <p:sp>
        <p:nvSpPr>
          <p:cNvPr id="7" name="Slide Number Placeholder 6">
            <a:extLst>
              <a:ext uri="{FF2B5EF4-FFF2-40B4-BE49-F238E27FC236}">
                <a16:creationId xmlns:a16="http://schemas.microsoft.com/office/drawing/2014/main" id="{E45A9859-4671-FF5D-1356-4CDA5C5CDEA3}"/>
              </a:ext>
            </a:extLst>
          </p:cNvPr>
          <p:cNvSpPr>
            <a:spLocks noGrp="1"/>
          </p:cNvSpPr>
          <p:nvPr>
            <p:ph type="sldNum" sz="quarter" idx="12"/>
          </p:nvPr>
        </p:nvSpPr>
        <p:spPr/>
        <p:txBody>
          <a:bodyPr/>
          <a:lstStyle/>
          <a:p>
            <a:fld id="{B961B71F-4B40-8942-BB88-E0F5C0B46E10}" type="slidenum">
              <a:rPr lang="en-US" smtClean="0"/>
              <a:t>5</a:t>
            </a:fld>
            <a:endParaRPr lang="en-US"/>
          </a:p>
        </p:txBody>
      </p:sp>
      <p:sp>
        <p:nvSpPr>
          <p:cNvPr id="2" name="Content Placeholder 1">
            <a:extLst>
              <a:ext uri="{FF2B5EF4-FFF2-40B4-BE49-F238E27FC236}">
                <a16:creationId xmlns:a16="http://schemas.microsoft.com/office/drawing/2014/main" id="{D0436D86-466B-D252-3C69-2466E064609E}"/>
              </a:ext>
            </a:extLst>
          </p:cNvPr>
          <p:cNvSpPr>
            <a:spLocks noGrp="1" noChangeArrowheads="1"/>
          </p:cNvSpPr>
          <p:nvPr>
            <p:ph idx="1"/>
          </p:nvPr>
        </p:nvSpPr>
        <p:spPr bwMode="auto">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a:ln>
                  <a:noFill/>
                </a:ln>
                <a:solidFill>
                  <a:schemeClr val="tx1"/>
                </a:solidFill>
                <a:effectLst/>
                <a:latin typeface="Arial" panose="020B0604020202020204" pitchFamily="34" charset="0"/>
              </a:rPr>
              <a:t>User Interface Layer</a:t>
            </a:r>
            <a:br>
              <a:rPr kumimoji="0" lang="en-US" altLang="en-US" sz="1800" b="0" i="0" u="none" strike="noStrike" cap="none" normalizeH="0" baseline="0">
                <a:ln>
                  <a:noFill/>
                </a:ln>
                <a:solidFill>
                  <a:schemeClr val="tx1"/>
                </a:solidFill>
                <a:effectLst/>
                <a:latin typeface="Arial" panose="020B0604020202020204" pitchFamily="34" charset="0"/>
              </a:rPr>
            </a:br>
            <a:r>
              <a:rPr kumimoji="0" lang="en-US" altLang="en-US" sz="1800" b="0" i="0" u="none" strike="noStrike" cap="none" normalizeH="0" baseline="0">
                <a:ln>
                  <a:noFill/>
                </a:ln>
                <a:solidFill>
                  <a:schemeClr val="tx1"/>
                </a:solidFill>
                <a:effectLst/>
                <a:latin typeface="Arial" panose="020B0604020202020204" pitchFamily="34" charset="0"/>
              </a:rPr>
              <a:t>Allows users to request or offer rides through web/mobile interface.</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a:ln>
                  <a:noFill/>
                </a:ln>
                <a:solidFill>
                  <a:schemeClr val="tx1"/>
                </a:solidFill>
                <a:effectLst/>
                <a:latin typeface="Arial" panose="020B0604020202020204" pitchFamily="34" charset="0"/>
              </a:rPr>
              <a:t>Application Layer</a:t>
            </a:r>
            <a:br>
              <a:rPr kumimoji="0" lang="en-US" altLang="en-US" sz="1800" b="0" i="0" u="none" strike="noStrike" cap="none" normalizeH="0" baseline="0">
                <a:ln>
                  <a:noFill/>
                </a:ln>
                <a:solidFill>
                  <a:schemeClr val="tx1"/>
                </a:solidFill>
                <a:effectLst/>
                <a:latin typeface="Arial" panose="020B0604020202020204" pitchFamily="34" charset="0"/>
              </a:rPr>
            </a:br>
            <a:r>
              <a:rPr kumimoji="0" lang="en-US" altLang="en-US" sz="1800" b="0" i="0" u="none" strike="noStrike" cap="none" normalizeH="0" baseline="0">
                <a:ln>
                  <a:noFill/>
                </a:ln>
                <a:solidFill>
                  <a:schemeClr val="tx1"/>
                </a:solidFill>
                <a:effectLst/>
                <a:latin typeface="Arial" panose="020B0604020202020204" pitchFamily="34" charset="0"/>
              </a:rPr>
              <a:t>Processes ride requests and performs ride matching.</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a:ln>
                  <a:noFill/>
                </a:ln>
                <a:solidFill>
                  <a:schemeClr val="tx1"/>
                </a:solidFill>
                <a:effectLst/>
                <a:latin typeface="Arial" panose="020B0604020202020204" pitchFamily="34" charset="0"/>
              </a:rPr>
              <a:t>Matching Algorithm Layer</a:t>
            </a:r>
            <a:br>
              <a:rPr kumimoji="0" lang="en-US" altLang="en-US" sz="1800" b="0" i="0" u="none" strike="noStrike" cap="none" normalizeH="0" baseline="0">
                <a:ln>
                  <a:noFill/>
                </a:ln>
                <a:solidFill>
                  <a:schemeClr val="tx1"/>
                </a:solidFill>
                <a:effectLst/>
                <a:latin typeface="Arial" panose="020B0604020202020204" pitchFamily="34" charset="0"/>
              </a:rPr>
            </a:br>
            <a:r>
              <a:rPr kumimoji="0" lang="en-US" altLang="en-US" sz="1800" b="0" i="0" u="none" strike="noStrike" cap="none" normalizeH="0" baseline="0">
                <a:ln>
                  <a:noFill/>
                </a:ln>
                <a:solidFill>
                  <a:schemeClr val="tx1"/>
                </a:solidFill>
                <a:effectLst/>
                <a:latin typeface="Arial" panose="020B0604020202020204" pitchFamily="34" charset="0"/>
              </a:rPr>
              <a:t>Uses distance and route similarity to match passengers.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a:ln>
                  <a:noFill/>
                </a:ln>
                <a:solidFill>
                  <a:schemeClr val="tx1"/>
                </a:solidFill>
                <a:effectLst/>
                <a:latin typeface="Arial" panose="020B0604020202020204" pitchFamily="34" charset="0"/>
              </a:rPr>
              <a:t>Database Layer</a:t>
            </a:r>
            <a:br>
              <a:rPr kumimoji="0" lang="en-US" altLang="en-US" sz="1800" b="0" i="0" u="none" strike="noStrike" cap="none" normalizeH="0" baseline="0">
                <a:ln>
                  <a:noFill/>
                </a:ln>
                <a:solidFill>
                  <a:schemeClr val="tx1"/>
                </a:solidFill>
                <a:effectLst/>
                <a:latin typeface="Arial" panose="020B0604020202020204" pitchFamily="34" charset="0"/>
              </a:rPr>
            </a:br>
            <a:r>
              <a:rPr kumimoji="0" lang="en-US" altLang="en-US" sz="1800" b="0" i="0" u="none" strike="noStrike" cap="none" normalizeH="0" baseline="0">
                <a:ln>
                  <a:noFill/>
                </a:ln>
                <a:solidFill>
                  <a:schemeClr val="tx1"/>
                </a:solidFill>
                <a:effectLst/>
                <a:latin typeface="Arial" panose="020B0604020202020204" pitchFamily="34" charset="0"/>
              </a:rPr>
              <a:t>Stores user details, ride requests, trip history, and feedback.</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a:ln>
                  <a:noFill/>
                </a:ln>
                <a:solidFill>
                  <a:schemeClr val="tx1"/>
                </a:solidFill>
                <a:effectLst/>
                <a:latin typeface="Arial" panose="020B0604020202020204" pitchFamily="34" charset="0"/>
              </a:rPr>
              <a:t>Location Services</a:t>
            </a:r>
            <a:br>
              <a:rPr kumimoji="0" lang="en-US" altLang="en-US" sz="1800" b="0" i="0" u="none" strike="noStrike" cap="none" normalizeH="0" baseline="0">
                <a:ln>
                  <a:noFill/>
                </a:ln>
                <a:solidFill>
                  <a:schemeClr val="tx1"/>
                </a:solidFill>
                <a:effectLst/>
                <a:latin typeface="Arial" panose="020B0604020202020204" pitchFamily="34" charset="0"/>
              </a:rPr>
            </a:br>
            <a:r>
              <a:rPr kumimoji="0" lang="en-US" altLang="en-US" sz="1800" b="0" i="0" u="none" strike="noStrike" cap="none" normalizeH="0" baseline="0">
                <a:ln>
                  <a:noFill/>
                </a:ln>
                <a:solidFill>
                  <a:schemeClr val="tx1"/>
                </a:solidFill>
                <a:effectLst/>
                <a:latin typeface="Arial" panose="020B0604020202020204" pitchFamily="34" charset="0"/>
              </a:rPr>
              <a:t>Uses GPS to track user location and calculate routes.</a:t>
            </a:r>
          </a:p>
        </p:txBody>
      </p:sp>
    </p:spTree>
    <p:extLst>
      <p:ext uri="{BB962C8B-B14F-4D97-AF65-F5344CB8AC3E}">
        <p14:creationId xmlns:p14="http://schemas.microsoft.com/office/powerpoint/2010/main" val="407296568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E0A6F0-838E-F065-C79F-974CA7FBD69F}"/>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965AB20C-7598-4B07-FEFE-9153ADB157CF}"/>
              </a:ext>
            </a:extLst>
          </p:cNvPr>
          <p:cNvSpPr>
            <a:spLocks noGrp="1"/>
          </p:cNvSpPr>
          <p:nvPr>
            <p:ph type="title"/>
          </p:nvPr>
        </p:nvSpPr>
        <p:spPr>
          <a:xfrm>
            <a:off x="1180618" y="365125"/>
            <a:ext cx="10173182" cy="1128009"/>
          </a:xfrm>
        </p:spPr>
        <p:txBody>
          <a:bodyPr/>
          <a:lstStyle/>
          <a:p>
            <a:pPr algn="ctr"/>
            <a:r>
              <a:rPr lang="en-US" b="1" dirty="0"/>
              <a:t>Project Modules</a:t>
            </a:r>
          </a:p>
        </p:txBody>
      </p:sp>
      <p:sp>
        <p:nvSpPr>
          <p:cNvPr id="5" name="Date Placeholder 4">
            <a:extLst>
              <a:ext uri="{FF2B5EF4-FFF2-40B4-BE49-F238E27FC236}">
                <a16:creationId xmlns:a16="http://schemas.microsoft.com/office/drawing/2014/main" id="{31447CCC-7DFB-7196-0F1D-7969322D2910}"/>
              </a:ext>
            </a:extLst>
          </p:cNvPr>
          <p:cNvSpPr>
            <a:spLocks noGrp="1"/>
          </p:cNvSpPr>
          <p:nvPr>
            <p:ph type="dt" sz="half" idx="10"/>
          </p:nvPr>
        </p:nvSpPr>
        <p:spPr/>
        <p:txBody>
          <a:bodyPr/>
          <a:lstStyle/>
          <a:p>
            <a:fld id="{20A639D7-EAE1-7C4A-AC63-30DD6B16DE20}" type="datetime1">
              <a:rPr lang="en-IN" smtClean="0"/>
              <a:t>09-03-2026</a:t>
            </a:fld>
            <a:endParaRPr lang="en-US"/>
          </a:p>
        </p:txBody>
      </p:sp>
      <p:sp>
        <p:nvSpPr>
          <p:cNvPr id="6" name="Footer Placeholder 5">
            <a:extLst>
              <a:ext uri="{FF2B5EF4-FFF2-40B4-BE49-F238E27FC236}">
                <a16:creationId xmlns:a16="http://schemas.microsoft.com/office/drawing/2014/main" id="{649A2ACE-AF82-6BEC-D3BB-CC8F28848AAE}"/>
              </a:ext>
            </a:extLst>
          </p:cNvPr>
          <p:cNvSpPr>
            <a:spLocks noGrp="1"/>
          </p:cNvSpPr>
          <p:nvPr>
            <p:ph type="ftr" sz="quarter" idx="11"/>
          </p:nvPr>
        </p:nvSpPr>
        <p:spPr/>
        <p:txBody>
          <a:bodyPr/>
          <a:lstStyle/>
          <a:p>
            <a:r>
              <a:rPr lang="en-US" dirty="0"/>
              <a:t>173030211           Department of CSE</a:t>
            </a:r>
          </a:p>
        </p:txBody>
      </p:sp>
      <p:sp>
        <p:nvSpPr>
          <p:cNvPr id="7" name="Slide Number Placeholder 6">
            <a:extLst>
              <a:ext uri="{FF2B5EF4-FFF2-40B4-BE49-F238E27FC236}">
                <a16:creationId xmlns:a16="http://schemas.microsoft.com/office/drawing/2014/main" id="{5761CA6D-BD96-0594-4837-19ACA03F57A9}"/>
              </a:ext>
            </a:extLst>
          </p:cNvPr>
          <p:cNvSpPr>
            <a:spLocks noGrp="1"/>
          </p:cNvSpPr>
          <p:nvPr>
            <p:ph type="sldNum" sz="quarter" idx="12"/>
          </p:nvPr>
        </p:nvSpPr>
        <p:spPr/>
        <p:txBody>
          <a:bodyPr/>
          <a:lstStyle/>
          <a:p>
            <a:fld id="{B961B71F-4B40-8942-BB88-E0F5C0B46E10}" type="slidenum">
              <a:rPr lang="en-US" smtClean="0"/>
              <a:t>6</a:t>
            </a:fld>
            <a:endParaRPr lang="en-US"/>
          </a:p>
        </p:txBody>
      </p:sp>
      <p:sp>
        <p:nvSpPr>
          <p:cNvPr id="2" name="Content Placeholder 1">
            <a:extLst>
              <a:ext uri="{FF2B5EF4-FFF2-40B4-BE49-F238E27FC236}">
                <a16:creationId xmlns:a16="http://schemas.microsoft.com/office/drawing/2014/main" id="{1FD51269-9DC6-2B65-B657-29074CAD5E1D}"/>
              </a:ext>
            </a:extLst>
          </p:cNvPr>
          <p:cNvSpPr>
            <a:spLocks noGrp="1" noChangeArrowheads="1"/>
          </p:cNvSpPr>
          <p:nvPr>
            <p:ph idx="1"/>
          </p:nvPr>
        </p:nvSpPr>
        <p:spPr bwMode="auto">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a:ln>
                  <a:noFill/>
                </a:ln>
                <a:solidFill>
                  <a:schemeClr val="tx1"/>
                </a:solidFill>
                <a:effectLst/>
                <a:latin typeface="Arial" panose="020B0604020202020204" pitchFamily="34" charset="0"/>
              </a:rPr>
              <a:t>User Registration and Login Module</a:t>
            </a:r>
            <a:br>
              <a:rPr kumimoji="0" lang="en-US" altLang="en-US" sz="1800" b="0" i="0" u="none" strike="noStrike" cap="none" normalizeH="0" baseline="0">
                <a:ln>
                  <a:noFill/>
                </a:ln>
                <a:solidFill>
                  <a:schemeClr val="tx1"/>
                </a:solidFill>
                <a:effectLst/>
                <a:latin typeface="Arial" panose="020B0604020202020204" pitchFamily="34" charset="0"/>
              </a:rPr>
            </a:br>
            <a:r>
              <a:rPr kumimoji="0" lang="en-US" altLang="en-US" sz="1800" b="0" i="0" u="none" strike="noStrike" cap="none" normalizeH="0" baseline="0">
                <a:ln>
                  <a:noFill/>
                </a:ln>
                <a:solidFill>
                  <a:schemeClr val="tx1"/>
                </a:solidFill>
                <a:effectLst/>
                <a:latin typeface="Arial" panose="020B0604020202020204" pitchFamily="34" charset="0"/>
              </a:rPr>
              <a:t>Allows users to create accounts and securely log in.</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a:ln>
                  <a:noFill/>
                </a:ln>
                <a:solidFill>
                  <a:schemeClr val="tx1"/>
                </a:solidFill>
                <a:effectLst/>
                <a:latin typeface="Arial" panose="020B0604020202020204" pitchFamily="34" charset="0"/>
              </a:rPr>
              <a:t>Ride Request Module</a:t>
            </a:r>
            <a:br>
              <a:rPr kumimoji="0" lang="en-US" altLang="en-US" sz="1800" b="0" i="0" u="none" strike="noStrike" cap="none" normalizeH="0" baseline="0">
                <a:ln>
                  <a:noFill/>
                </a:ln>
                <a:solidFill>
                  <a:schemeClr val="tx1"/>
                </a:solidFill>
                <a:effectLst/>
                <a:latin typeface="Arial" panose="020B0604020202020204" pitchFamily="34" charset="0"/>
              </a:rPr>
            </a:br>
            <a:r>
              <a:rPr kumimoji="0" lang="en-US" altLang="en-US" sz="1800" b="0" i="0" u="none" strike="noStrike" cap="none" normalizeH="0" baseline="0">
                <a:ln>
                  <a:noFill/>
                </a:ln>
                <a:solidFill>
                  <a:schemeClr val="tx1"/>
                </a:solidFill>
                <a:effectLst/>
                <a:latin typeface="Arial" panose="020B0604020202020204" pitchFamily="34" charset="0"/>
              </a:rPr>
              <a:t>Users enter pickup and destination locations.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a:ln>
                  <a:noFill/>
                </a:ln>
                <a:solidFill>
                  <a:schemeClr val="tx1"/>
                </a:solidFill>
                <a:effectLst/>
                <a:latin typeface="Arial" panose="020B0604020202020204" pitchFamily="34" charset="0"/>
              </a:rPr>
              <a:t>Ride Offer Module</a:t>
            </a:r>
            <a:br>
              <a:rPr kumimoji="0" lang="en-US" altLang="en-US" sz="1800" b="0" i="0" u="none" strike="noStrike" cap="none" normalizeH="0" baseline="0">
                <a:ln>
                  <a:noFill/>
                </a:ln>
                <a:solidFill>
                  <a:schemeClr val="tx1"/>
                </a:solidFill>
                <a:effectLst/>
                <a:latin typeface="Arial" panose="020B0604020202020204" pitchFamily="34" charset="0"/>
              </a:rPr>
            </a:br>
            <a:r>
              <a:rPr kumimoji="0" lang="en-US" altLang="en-US" sz="1800" b="0" i="0" u="none" strike="noStrike" cap="none" normalizeH="0" baseline="0">
                <a:ln>
                  <a:noFill/>
                </a:ln>
                <a:solidFill>
                  <a:schemeClr val="tx1"/>
                </a:solidFill>
                <a:effectLst/>
                <a:latin typeface="Arial" panose="020B0604020202020204" pitchFamily="34" charset="0"/>
              </a:rPr>
              <a:t>Drivers can offer available rides.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a:ln>
                  <a:noFill/>
                </a:ln>
                <a:solidFill>
                  <a:schemeClr val="tx1"/>
                </a:solidFill>
                <a:effectLst/>
                <a:latin typeface="Arial" panose="020B0604020202020204" pitchFamily="34" charset="0"/>
              </a:rPr>
              <a:t>Ride Matching Module</a:t>
            </a:r>
            <a:br>
              <a:rPr kumimoji="0" lang="en-US" altLang="en-US" sz="1800" b="0" i="0" u="none" strike="noStrike" cap="none" normalizeH="0" baseline="0">
                <a:ln>
                  <a:noFill/>
                </a:ln>
                <a:solidFill>
                  <a:schemeClr val="tx1"/>
                </a:solidFill>
                <a:effectLst/>
                <a:latin typeface="Arial" panose="020B0604020202020204" pitchFamily="34" charset="0"/>
              </a:rPr>
            </a:br>
            <a:r>
              <a:rPr kumimoji="0" lang="en-US" altLang="en-US" sz="1800" b="0" i="0" u="none" strike="noStrike" cap="none" normalizeH="0" baseline="0">
                <a:ln>
                  <a:noFill/>
                </a:ln>
                <a:solidFill>
                  <a:schemeClr val="tx1"/>
                </a:solidFill>
                <a:effectLst/>
                <a:latin typeface="Arial" panose="020B0604020202020204" pitchFamily="34" charset="0"/>
              </a:rPr>
              <a:t>Matches passengers and drivers based on route similarity.</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a:ln>
                  <a:noFill/>
                </a:ln>
                <a:solidFill>
                  <a:schemeClr val="tx1"/>
                </a:solidFill>
                <a:effectLst/>
                <a:latin typeface="Arial" panose="020B0604020202020204" pitchFamily="34" charset="0"/>
              </a:rPr>
              <a:t>Ride Tracking Module</a:t>
            </a:r>
            <a:br>
              <a:rPr kumimoji="0" lang="en-US" altLang="en-US" sz="1800" b="0" i="0" u="none" strike="noStrike" cap="none" normalizeH="0" baseline="0">
                <a:ln>
                  <a:noFill/>
                </a:ln>
                <a:solidFill>
                  <a:schemeClr val="tx1"/>
                </a:solidFill>
                <a:effectLst/>
                <a:latin typeface="Arial" panose="020B0604020202020204" pitchFamily="34" charset="0"/>
              </a:rPr>
            </a:br>
            <a:r>
              <a:rPr kumimoji="0" lang="en-US" altLang="en-US" sz="1800" b="0" i="0" u="none" strike="noStrike" cap="none" normalizeH="0" baseline="0">
                <a:ln>
                  <a:noFill/>
                </a:ln>
                <a:solidFill>
                  <a:schemeClr val="tx1"/>
                </a:solidFill>
                <a:effectLst/>
                <a:latin typeface="Arial" panose="020B0604020202020204" pitchFamily="34" charset="0"/>
              </a:rPr>
              <a:t>Shows real-time ride updates and trip status.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a:ln>
                  <a:noFill/>
                </a:ln>
                <a:solidFill>
                  <a:schemeClr val="tx1"/>
                </a:solidFill>
                <a:effectLst/>
                <a:latin typeface="Arial" panose="020B0604020202020204" pitchFamily="34" charset="0"/>
              </a:rPr>
              <a:t>Feedback Module</a:t>
            </a:r>
            <a:br>
              <a:rPr kumimoji="0" lang="en-US" altLang="en-US" sz="1800" b="0" i="0" u="none" strike="noStrike" cap="none" normalizeH="0" baseline="0">
                <a:ln>
                  <a:noFill/>
                </a:ln>
                <a:solidFill>
                  <a:schemeClr val="tx1"/>
                </a:solidFill>
                <a:effectLst/>
                <a:latin typeface="Arial" panose="020B0604020202020204" pitchFamily="34" charset="0"/>
              </a:rPr>
            </a:br>
            <a:r>
              <a:rPr kumimoji="0" lang="en-US" altLang="en-US" sz="1800" b="0" i="0" u="none" strike="noStrike" cap="none" normalizeH="0" baseline="0">
                <a:ln>
                  <a:noFill/>
                </a:ln>
                <a:solidFill>
                  <a:schemeClr val="tx1"/>
                </a:solidFill>
                <a:effectLst/>
                <a:latin typeface="Arial" panose="020B0604020202020204" pitchFamily="34" charset="0"/>
              </a:rPr>
              <a:t>Allows users to rate and review rides.</a:t>
            </a:r>
          </a:p>
        </p:txBody>
      </p:sp>
    </p:spTree>
    <p:extLst>
      <p:ext uri="{BB962C8B-B14F-4D97-AF65-F5344CB8AC3E}">
        <p14:creationId xmlns:p14="http://schemas.microsoft.com/office/powerpoint/2010/main" val="210603995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173125-DE57-89FD-81B9-AA8B783FC877}"/>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787EB9E5-2196-BA25-5BC0-0ADC2050CEF9}"/>
              </a:ext>
            </a:extLst>
          </p:cNvPr>
          <p:cNvSpPr>
            <a:spLocks noGrp="1"/>
          </p:cNvSpPr>
          <p:nvPr>
            <p:ph type="title"/>
          </p:nvPr>
        </p:nvSpPr>
        <p:spPr>
          <a:xfrm>
            <a:off x="-513185" y="859648"/>
            <a:ext cx="9991531" cy="1128009"/>
          </a:xfrm>
        </p:spPr>
        <p:txBody>
          <a:bodyPr/>
          <a:lstStyle/>
          <a:p>
            <a:pPr algn="ctr"/>
            <a:r>
              <a:rPr lang="en-US" b="1" dirty="0"/>
              <a:t>Objectives</a:t>
            </a:r>
          </a:p>
        </p:txBody>
      </p:sp>
      <p:sp>
        <p:nvSpPr>
          <p:cNvPr id="9" name="Content Placeholder 8">
            <a:extLst>
              <a:ext uri="{FF2B5EF4-FFF2-40B4-BE49-F238E27FC236}">
                <a16:creationId xmlns:a16="http://schemas.microsoft.com/office/drawing/2014/main" id="{363C44B8-E8B6-5D9D-90FF-ECD825D72DFC}"/>
              </a:ext>
            </a:extLst>
          </p:cNvPr>
          <p:cNvSpPr>
            <a:spLocks noGrp="1"/>
          </p:cNvSpPr>
          <p:nvPr>
            <p:ph idx="1"/>
          </p:nvPr>
        </p:nvSpPr>
        <p:spPr>
          <a:xfrm>
            <a:off x="735563" y="2488099"/>
            <a:ext cx="10515600" cy="2653069"/>
          </a:xfrm>
        </p:spPr>
        <p:txBody>
          <a:bodyPr>
            <a:normAutofit/>
          </a:bodyPr>
          <a:lstStyle/>
          <a:p>
            <a:r>
              <a:rPr lang="en-US" dirty="0"/>
              <a:t>To develop a </a:t>
            </a:r>
            <a:r>
              <a:rPr lang="en-US" b="1" dirty="0"/>
              <a:t>real-time ride pooling platform</a:t>
            </a:r>
            <a:r>
              <a:rPr lang="en-US" dirty="0"/>
              <a:t>.</a:t>
            </a:r>
          </a:p>
          <a:p>
            <a:r>
              <a:rPr lang="en-US" dirty="0"/>
              <a:t>To reduce </a:t>
            </a:r>
            <a:r>
              <a:rPr lang="en-US" b="1" dirty="0"/>
              <a:t>traffic congestion and travel cost</a:t>
            </a:r>
            <a:r>
              <a:rPr lang="en-US" dirty="0"/>
              <a:t>.</a:t>
            </a:r>
          </a:p>
          <a:p>
            <a:r>
              <a:rPr lang="en-US" dirty="0"/>
              <a:t>To promote </a:t>
            </a:r>
            <a:r>
              <a:rPr lang="en-US" b="1" dirty="0"/>
              <a:t>eco-friendly transportation</a:t>
            </a:r>
            <a:r>
              <a:rPr lang="en-US" dirty="0"/>
              <a:t>.</a:t>
            </a:r>
          </a:p>
          <a:p>
            <a:r>
              <a:rPr lang="en-US" dirty="0"/>
              <a:t>To match passengers travelling in </a:t>
            </a:r>
            <a:r>
              <a:rPr lang="en-US" b="1" dirty="0"/>
              <a:t>similar routes efficiently</a:t>
            </a:r>
            <a:r>
              <a:rPr lang="en-US" dirty="0"/>
              <a:t>.</a:t>
            </a:r>
          </a:p>
          <a:p>
            <a:r>
              <a:rPr lang="en-US" dirty="0"/>
              <a:t>To provide a </a:t>
            </a:r>
            <a:r>
              <a:rPr lang="en-US" b="1" dirty="0"/>
              <a:t>safe and reliable ride-sharing system</a:t>
            </a:r>
            <a:r>
              <a:rPr lang="en-US" dirty="0"/>
              <a:t>.</a:t>
            </a:r>
          </a:p>
          <a:p>
            <a:endParaRPr lang="en-US" dirty="0"/>
          </a:p>
        </p:txBody>
      </p:sp>
      <p:sp>
        <p:nvSpPr>
          <p:cNvPr id="5" name="Date Placeholder 4">
            <a:extLst>
              <a:ext uri="{FF2B5EF4-FFF2-40B4-BE49-F238E27FC236}">
                <a16:creationId xmlns:a16="http://schemas.microsoft.com/office/drawing/2014/main" id="{268B0D62-5A39-5424-9CF6-9A5122E0D21E}"/>
              </a:ext>
            </a:extLst>
          </p:cNvPr>
          <p:cNvSpPr>
            <a:spLocks noGrp="1"/>
          </p:cNvSpPr>
          <p:nvPr>
            <p:ph type="dt" sz="half" idx="10"/>
          </p:nvPr>
        </p:nvSpPr>
        <p:spPr/>
        <p:txBody>
          <a:bodyPr/>
          <a:lstStyle/>
          <a:p>
            <a:fld id="{20A639D7-EAE1-7C4A-AC63-30DD6B16DE20}" type="datetime1">
              <a:rPr lang="en-IN" smtClean="0"/>
              <a:t>09-03-2026</a:t>
            </a:fld>
            <a:endParaRPr lang="en-US"/>
          </a:p>
        </p:txBody>
      </p:sp>
      <p:sp>
        <p:nvSpPr>
          <p:cNvPr id="6" name="Footer Placeholder 5">
            <a:extLst>
              <a:ext uri="{FF2B5EF4-FFF2-40B4-BE49-F238E27FC236}">
                <a16:creationId xmlns:a16="http://schemas.microsoft.com/office/drawing/2014/main" id="{47045F34-84C7-08FE-3B8E-621019BE8AFE}"/>
              </a:ext>
            </a:extLst>
          </p:cNvPr>
          <p:cNvSpPr>
            <a:spLocks noGrp="1"/>
          </p:cNvSpPr>
          <p:nvPr>
            <p:ph type="ftr" sz="quarter" idx="11"/>
          </p:nvPr>
        </p:nvSpPr>
        <p:spPr/>
        <p:txBody>
          <a:bodyPr/>
          <a:lstStyle/>
          <a:p>
            <a:r>
              <a:rPr lang="en-US" dirty="0"/>
              <a:t>173030211           Department of CSE</a:t>
            </a:r>
          </a:p>
        </p:txBody>
      </p:sp>
      <p:sp>
        <p:nvSpPr>
          <p:cNvPr id="7" name="Slide Number Placeholder 6">
            <a:extLst>
              <a:ext uri="{FF2B5EF4-FFF2-40B4-BE49-F238E27FC236}">
                <a16:creationId xmlns:a16="http://schemas.microsoft.com/office/drawing/2014/main" id="{796C40D6-1BC6-8947-EA26-62259BD2C227}"/>
              </a:ext>
            </a:extLst>
          </p:cNvPr>
          <p:cNvSpPr>
            <a:spLocks noGrp="1"/>
          </p:cNvSpPr>
          <p:nvPr>
            <p:ph type="sldNum" sz="quarter" idx="12"/>
          </p:nvPr>
        </p:nvSpPr>
        <p:spPr/>
        <p:txBody>
          <a:bodyPr/>
          <a:lstStyle/>
          <a:p>
            <a:fld id="{B961B71F-4B40-8942-BB88-E0F5C0B46E10}" type="slidenum">
              <a:rPr lang="en-US" smtClean="0"/>
              <a:t>7</a:t>
            </a:fld>
            <a:endParaRPr lang="en-US"/>
          </a:p>
        </p:txBody>
      </p:sp>
    </p:spTree>
    <p:extLst>
      <p:ext uri="{BB962C8B-B14F-4D97-AF65-F5344CB8AC3E}">
        <p14:creationId xmlns:p14="http://schemas.microsoft.com/office/powerpoint/2010/main" val="126398598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149560-5402-A083-5191-CC2F23364A71}"/>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C3A50108-EF3B-F9BF-CB25-7C4C67A41AAC}"/>
              </a:ext>
            </a:extLst>
          </p:cNvPr>
          <p:cNvSpPr>
            <a:spLocks noGrp="1"/>
          </p:cNvSpPr>
          <p:nvPr>
            <p:ph type="title"/>
          </p:nvPr>
        </p:nvSpPr>
        <p:spPr>
          <a:xfrm>
            <a:off x="-834794" y="1055590"/>
            <a:ext cx="10173182" cy="1128009"/>
          </a:xfrm>
        </p:spPr>
        <p:txBody>
          <a:bodyPr/>
          <a:lstStyle/>
          <a:p>
            <a:pPr algn="ctr"/>
            <a:r>
              <a:rPr lang="en-US" b="1" dirty="0"/>
              <a:t>Co’s Attainments - FWD</a:t>
            </a:r>
          </a:p>
        </p:txBody>
      </p:sp>
      <p:sp>
        <p:nvSpPr>
          <p:cNvPr id="9" name="Content Placeholder 8">
            <a:extLst>
              <a:ext uri="{FF2B5EF4-FFF2-40B4-BE49-F238E27FC236}">
                <a16:creationId xmlns:a16="http://schemas.microsoft.com/office/drawing/2014/main" id="{8769557B-A6AB-F48D-9A16-51F755A17BB7}"/>
              </a:ext>
            </a:extLst>
          </p:cNvPr>
          <p:cNvSpPr>
            <a:spLocks noGrp="1"/>
          </p:cNvSpPr>
          <p:nvPr>
            <p:ph idx="1"/>
          </p:nvPr>
        </p:nvSpPr>
        <p:spPr>
          <a:xfrm>
            <a:off x="754225" y="2982621"/>
            <a:ext cx="10515600" cy="4351338"/>
          </a:xfrm>
        </p:spPr>
        <p:txBody>
          <a:bodyPr>
            <a:normAutofit/>
          </a:bodyPr>
          <a:lstStyle/>
          <a:p>
            <a:pPr marL="0" indent="0">
              <a:buNone/>
            </a:pPr>
            <a:r>
              <a:rPr lang="en-IN" dirty="0"/>
              <a:t>CO1 – Apply </a:t>
            </a:r>
            <a:r>
              <a:rPr lang="en-IN" b="1" dirty="0"/>
              <a:t>HTML and CSS</a:t>
            </a:r>
            <a:r>
              <a:rPr lang="en-IN" dirty="0"/>
              <a:t> to design the front-end interface.</a:t>
            </a:r>
            <a:br>
              <a:rPr lang="en-IN" dirty="0"/>
            </a:br>
            <a:r>
              <a:rPr lang="en-IN" dirty="0"/>
              <a:t>CO2 – Implement </a:t>
            </a:r>
            <a:r>
              <a:rPr lang="en-IN" b="1" dirty="0"/>
              <a:t>JavaScript</a:t>
            </a:r>
            <a:r>
              <a:rPr lang="en-IN" dirty="0"/>
              <a:t> for dynamic web functionality.</a:t>
            </a:r>
            <a:br>
              <a:rPr lang="en-IN" dirty="0"/>
            </a:br>
            <a:r>
              <a:rPr lang="en-IN" dirty="0"/>
              <a:t>CO3 – Develop responsive web pages for user interaction.</a:t>
            </a:r>
            <a:br>
              <a:rPr lang="en-IN" dirty="0"/>
            </a:br>
            <a:r>
              <a:rPr lang="en-IN" dirty="0"/>
              <a:t>CO4 – Integrate front-end with backend services.</a:t>
            </a:r>
            <a:br>
              <a:rPr lang="en-IN" dirty="0"/>
            </a:br>
            <a:r>
              <a:rPr lang="en-IN" dirty="0"/>
              <a:t>CO5 – Design user-friendly web applications.</a:t>
            </a:r>
            <a:endParaRPr lang="en-US" dirty="0"/>
          </a:p>
        </p:txBody>
      </p:sp>
      <p:sp>
        <p:nvSpPr>
          <p:cNvPr id="5" name="Date Placeholder 4">
            <a:extLst>
              <a:ext uri="{FF2B5EF4-FFF2-40B4-BE49-F238E27FC236}">
                <a16:creationId xmlns:a16="http://schemas.microsoft.com/office/drawing/2014/main" id="{49D0E4ED-DE37-6D8E-7EB1-1F0F05E37DA3}"/>
              </a:ext>
            </a:extLst>
          </p:cNvPr>
          <p:cNvSpPr>
            <a:spLocks noGrp="1"/>
          </p:cNvSpPr>
          <p:nvPr>
            <p:ph type="dt" sz="half" idx="10"/>
          </p:nvPr>
        </p:nvSpPr>
        <p:spPr/>
        <p:txBody>
          <a:bodyPr/>
          <a:lstStyle/>
          <a:p>
            <a:fld id="{20A639D7-EAE1-7C4A-AC63-30DD6B16DE20}" type="datetime1">
              <a:rPr lang="en-IN" smtClean="0"/>
              <a:t>09-03-2026</a:t>
            </a:fld>
            <a:endParaRPr lang="en-US"/>
          </a:p>
        </p:txBody>
      </p:sp>
      <p:sp>
        <p:nvSpPr>
          <p:cNvPr id="6" name="Footer Placeholder 5">
            <a:extLst>
              <a:ext uri="{FF2B5EF4-FFF2-40B4-BE49-F238E27FC236}">
                <a16:creationId xmlns:a16="http://schemas.microsoft.com/office/drawing/2014/main" id="{4925EEDF-18C5-49AB-9643-7F31370592F9}"/>
              </a:ext>
            </a:extLst>
          </p:cNvPr>
          <p:cNvSpPr>
            <a:spLocks noGrp="1"/>
          </p:cNvSpPr>
          <p:nvPr>
            <p:ph type="ftr" sz="quarter" idx="11"/>
          </p:nvPr>
        </p:nvSpPr>
        <p:spPr/>
        <p:txBody>
          <a:bodyPr/>
          <a:lstStyle/>
          <a:p>
            <a:r>
              <a:rPr lang="en-US" dirty="0"/>
              <a:t>173030211           Department of CSE</a:t>
            </a:r>
          </a:p>
        </p:txBody>
      </p:sp>
      <p:sp>
        <p:nvSpPr>
          <p:cNvPr id="7" name="Slide Number Placeholder 6">
            <a:extLst>
              <a:ext uri="{FF2B5EF4-FFF2-40B4-BE49-F238E27FC236}">
                <a16:creationId xmlns:a16="http://schemas.microsoft.com/office/drawing/2014/main" id="{803C038D-A939-9973-E752-364BB70EE05C}"/>
              </a:ext>
            </a:extLst>
          </p:cNvPr>
          <p:cNvSpPr>
            <a:spLocks noGrp="1"/>
          </p:cNvSpPr>
          <p:nvPr>
            <p:ph type="sldNum" sz="quarter" idx="12"/>
          </p:nvPr>
        </p:nvSpPr>
        <p:spPr/>
        <p:txBody>
          <a:bodyPr/>
          <a:lstStyle/>
          <a:p>
            <a:fld id="{B961B71F-4B40-8942-BB88-E0F5C0B46E10}" type="slidenum">
              <a:rPr lang="en-US" smtClean="0"/>
              <a:t>8</a:t>
            </a:fld>
            <a:endParaRPr lang="en-US"/>
          </a:p>
        </p:txBody>
      </p:sp>
    </p:spTree>
    <p:extLst>
      <p:ext uri="{BB962C8B-B14F-4D97-AF65-F5344CB8AC3E}">
        <p14:creationId xmlns:p14="http://schemas.microsoft.com/office/powerpoint/2010/main" val="19069465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8A9CAF-7EB0-0890-1F26-CA3F8236AA13}"/>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57E0E9F0-7414-F19D-A367-C4D70D67BCB3}"/>
              </a:ext>
            </a:extLst>
          </p:cNvPr>
          <p:cNvSpPr>
            <a:spLocks noGrp="1"/>
          </p:cNvSpPr>
          <p:nvPr>
            <p:ph type="title"/>
          </p:nvPr>
        </p:nvSpPr>
        <p:spPr>
          <a:xfrm>
            <a:off x="-946762" y="1242128"/>
            <a:ext cx="10173182" cy="1128009"/>
          </a:xfrm>
        </p:spPr>
        <p:txBody>
          <a:bodyPr/>
          <a:lstStyle/>
          <a:p>
            <a:pPr algn="ctr"/>
            <a:r>
              <a:rPr lang="en-US" b="1" dirty="0"/>
              <a:t>Co’s Attainments - DSA</a:t>
            </a:r>
          </a:p>
        </p:txBody>
      </p:sp>
      <p:sp>
        <p:nvSpPr>
          <p:cNvPr id="9" name="Content Placeholder 8">
            <a:extLst>
              <a:ext uri="{FF2B5EF4-FFF2-40B4-BE49-F238E27FC236}">
                <a16:creationId xmlns:a16="http://schemas.microsoft.com/office/drawing/2014/main" id="{6726AE93-69A8-DC85-DA45-05F4D66EF996}"/>
              </a:ext>
            </a:extLst>
          </p:cNvPr>
          <p:cNvSpPr>
            <a:spLocks noGrp="1"/>
          </p:cNvSpPr>
          <p:nvPr>
            <p:ph idx="1"/>
          </p:nvPr>
        </p:nvSpPr>
        <p:spPr>
          <a:xfrm>
            <a:off x="631372" y="3187895"/>
            <a:ext cx="10515600" cy="4351338"/>
          </a:xfrm>
        </p:spPr>
        <p:txBody>
          <a:bodyPr>
            <a:normAutofit/>
          </a:bodyPr>
          <a:lstStyle/>
          <a:p>
            <a:pPr marL="0" indent="0">
              <a:buNone/>
            </a:pPr>
            <a:r>
              <a:rPr lang="en-IN" dirty="0"/>
              <a:t>CO1 – Understand basic </a:t>
            </a:r>
            <a:r>
              <a:rPr lang="en-IN" b="1" dirty="0"/>
              <a:t>data structures and algorithms</a:t>
            </a:r>
            <a:r>
              <a:rPr lang="en-IN" dirty="0"/>
              <a:t>.</a:t>
            </a:r>
            <a:br>
              <a:rPr lang="en-IN" dirty="0"/>
            </a:br>
            <a:r>
              <a:rPr lang="en-IN" dirty="0"/>
              <a:t>CO2 – Implement </a:t>
            </a:r>
            <a:r>
              <a:rPr lang="en-IN" b="1" dirty="0"/>
              <a:t>searching and matching algorithms</a:t>
            </a:r>
            <a:r>
              <a:rPr lang="en-IN" dirty="0"/>
              <a:t>.</a:t>
            </a:r>
            <a:br>
              <a:rPr lang="en-IN" dirty="0"/>
            </a:br>
            <a:r>
              <a:rPr lang="en-IN" dirty="0"/>
              <a:t>CO3 – Optimize route matching using algorithmic techniques.</a:t>
            </a:r>
            <a:br>
              <a:rPr lang="en-IN" dirty="0"/>
            </a:br>
            <a:r>
              <a:rPr lang="en-IN" dirty="0"/>
              <a:t>CO4 – </a:t>
            </a:r>
            <a:r>
              <a:rPr lang="en-IN" dirty="0" err="1"/>
              <a:t>Analyze</a:t>
            </a:r>
            <a:r>
              <a:rPr lang="en-IN" dirty="0"/>
              <a:t> algorithm efficiency for ride matching.</a:t>
            </a:r>
            <a:br>
              <a:rPr lang="en-IN" dirty="0"/>
            </a:br>
            <a:r>
              <a:rPr lang="en-IN" dirty="0"/>
              <a:t>CO5 – Apply DSA concepts in real-world applications.</a:t>
            </a:r>
            <a:endParaRPr lang="en-US" dirty="0"/>
          </a:p>
        </p:txBody>
      </p:sp>
      <p:sp>
        <p:nvSpPr>
          <p:cNvPr id="5" name="Date Placeholder 4">
            <a:extLst>
              <a:ext uri="{FF2B5EF4-FFF2-40B4-BE49-F238E27FC236}">
                <a16:creationId xmlns:a16="http://schemas.microsoft.com/office/drawing/2014/main" id="{12D1C05D-4DC9-ADC0-13CA-909E89023113}"/>
              </a:ext>
            </a:extLst>
          </p:cNvPr>
          <p:cNvSpPr>
            <a:spLocks noGrp="1"/>
          </p:cNvSpPr>
          <p:nvPr>
            <p:ph type="dt" sz="half" idx="10"/>
          </p:nvPr>
        </p:nvSpPr>
        <p:spPr/>
        <p:txBody>
          <a:bodyPr/>
          <a:lstStyle/>
          <a:p>
            <a:fld id="{20A639D7-EAE1-7C4A-AC63-30DD6B16DE20}" type="datetime1">
              <a:rPr lang="en-IN" smtClean="0"/>
              <a:t>09-03-2026</a:t>
            </a:fld>
            <a:endParaRPr lang="en-US"/>
          </a:p>
        </p:txBody>
      </p:sp>
      <p:sp>
        <p:nvSpPr>
          <p:cNvPr id="6" name="Footer Placeholder 5">
            <a:extLst>
              <a:ext uri="{FF2B5EF4-FFF2-40B4-BE49-F238E27FC236}">
                <a16:creationId xmlns:a16="http://schemas.microsoft.com/office/drawing/2014/main" id="{F4CC7196-73FE-144C-6DB9-248E7AB56907}"/>
              </a:ext>
            </a:extLst>
          </p:cNvPr>
          <p:cNvSpPr>
            <a:spLocks noGrp="1"/>
          </p:cNvSpPr>
          <p:nvPr>
            <p:ph type="ftr" sz="quarter" idx="11"/>
          </p:nvPr>
        </p:nvSpPr>
        <p:spPr/>
        <p:txBody>
          <a:bodyPr/>
          <a:lstStyle/>
          <a:p>
            <a:r>
              <a:rPr lang="en-US" dirty="0"/>
              <a:t>173030211           Department of CSE</a:t>
            </a:r>
          </a:p>
        </p:txBody>
      </p:sp>
      <p:sp>
        <p:nvSpPr>
          <p:cNvPr id="7" name="Slide Number Placeholder 6">
            <a:extLst>
              <a:ext uri="{FF2B5EF4-FFF2-40B4-BE49-F238E27FC236}">
                <a16:creationId xmlns:a16="http://schemas.microsoft.com/office/drawing/2014/main" id="{5F194048-D768-5663-4851-89B00F981F60}"/>
              </a:ext>
            </a:extLst>
          </p:cNvPr>
          <p:cNvSpPr>
            <a:spLocks noGrp="1"/>
          </p:cNvSpPr>
          <p:nvPr>
            <p:ph type="sldNum" sz="quarter" idx="12"/>
          </p:nvPr>
        </p:nvSpPr>
        <p:spPr/>
        <p:txBody>
          <a:bodyPr/>
          <a:lstStyle/>
          <a:p>
            <a:fld id="{B961B71F-4B40-8942-BB88-E0F5C0B46E10}" type="slidenum">
              <a:rPr lang="en-US" smtClean="0"/>
              <a:t>9</a:t>
            </a:fld>
            <a:endParaRPr lang="en-US"/>
          </a:p>
        </p:txBody>
      </p:sp>
    </p:spTree>
    <p:extLst>
      <p:ext uri="{BB962C8B-B14F-4D97-AF65-F5344CB8AC3E}">
        <p14:creationId xmlns:p14="http://schemas.microsoft.com/office/powerpoint/2010/main" val="34436582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DA1740-4A22-BB35-FC5B-E9B78149554C}"/>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C17383E4-A635-5D2C-0BA9-6A9D4A506E92}"/>
              </a:ext>
            </a:extLst>
          </p:cNvPr>
          <p:cNvSpPr>
            <a:spLocks noGrp="1"/>
          </p:cNvSpPr>
          <p:nvPr>
            <p:ph type="title"/>
          </p:nvPr>
        </p:nvSpPr>
        <p:spPr>
          <a:xfrm>
            <a:off x="1180618" y="365125"/>
            <a:ext cx="10173182" cy="1128009"/>
          </a:xfrm>
        </p:spPr>
        <p:txBody>
          <a:bodyPr/>
          <a:lstStyle/>
          <a:p>
            <a:pPr algn="ctr"/>
            <a:r>
              <a:rPr lang="en-US" dirty="0"/>
              <a:t>Screenshots for FWD &amp; DSA</a:t>
            </a:r>
            <a:endParaRPr lang="en-US" b="1" dirty="0"/>
          </a:p>
        </p:txBody>
      </p:sp>
      <p:pic>
        <p:nvPicPr>
          <p:cNvPr id="3" name="Content Placeholder 2">
            <a:extLst>
              <a:ext uri="{FF2B5EF4-FFF2-40B4-BE49-F238E27FC236}">
                <a16:creationId xmlns:a16="http://schemas.microsoft.com/office/drawing/2014/main" id="{A19E04AE-02BB-ED6F-CCD4-18169CB7C41F}"/>
              </a:ext>
            </a:extLst>
          </p:cNvPr>
          <p:cNvPicPr>
            <a:picLocks noGrp="1" noChangeAspect="1"/>
          </p:cNvPicPr>
          <p:nvPr>
            <p:ph idx="1"/>
          </p:nvPr>
        </p:nvPicPr>
        <p:blipFill>
          <a:blip r:embed="rId2"/>
          <a:stretch>
            <a:fillRect/>
          </a:stretch>
        </p:blipFill>
        <p:spPr>
          <a:xfrm>
            <a:off x="419878" y="1685666"/>
            <a:ext cx="5401308" cy="3492824"/>
          </a:xfrm>
          <a:prstGeom prst="rect">
            <a:avLst/>
          </a:prstGeom>
        </p:spPr>
      </p:pic>
      <p:sp>
        <p:nvSpPr>
          <p:cNvPr id="5" name="Date Placeholder 4">
            <a:extLst>
              <a:ext uri="{FF2B5EF4-FFF2-40B4-BE49-F238E27FC236}">
                <a16:creationId xmlns:a16="http://schemas.microsoft.com/office/drawing/2014/main" id="{ABAD3843-97BD-682A-B84E-8FDB1825801E}"/>
              </a:ext>
            </a:extLst>
          </p:cNvPr>
          <p:cNvSpPr>
            <a:spLocks noGrp="1"/>
          </p:cNvSpPr>
          <p:nvPr>
            <p:ph type="dt" sz="half" idx="10"/>
          </p:nvPr>
        </p:nvSpPr>
        <p:spPr/>
        <p:txBody>
          <a:bodyPr/>
          <a:lstStyle/>
          <a:p>
            <a:fld id="{20A639D7-EAE1-7C4A-AC63-30DD6B16DE20}" type="datetime1">
              <a:rPr lang="en-IN" smtClean="0"/>
              <a:t>09-03-2026</a:t>
            </a:fld>
            <a:endParaRPr lang="en-US"/>
          </a:p>
        </p:txBody>
      </p:sp>
      <p:sp>
        <p:nvSpPr>
          <p:cNvPr id="6" name="Footer Placeholder 5">
            <a:extLst>
              <a:ext uri="{FF2B5EF4-FFF2-40B4-BE49-F238E27FC236}">
                <a16:creationId xmlns:a16="http://schemas.microsoft.com/office/drawing/2014/main" id="{8AA237BD-B76F-738D-5648-B271AAD57998}"/>
              </a:ext>
            </a:extLst>
          </p:cNvPr>
          <p:cNvSpPr>
            <a:spLocks noGrp="1"/>
          </p:cNvSpPr>
          <p:nvPr>
            <p:ph type="ftr" sz="quarter" idx="11"/>
          </p:nvPr>
        </p:nvSpPr>
        <p:spPr/>
        <p:txBody>
          <a:bodyPr/>
          <a:lstStyle/>
          <a:p>
            <a:r>
              <a:rPr lang="en-US" dirty="0"/>
              <a:t>173030211           Department of CSE</a:t>
            </a:r>
          </a:p>
        </p:txBody>
      </p:sp>
      <p:sp>
        <p:nvSpPr>
          <p:cNvPr id="7" name="Slide Number Placeholder 6">
            <a:extLst>
              <a:ext uri="{FF2B5EF4-FFF2-40B4-BE49-F238E27FC236}">
                <a16:creationId xmlns:a16="http://schemas.microsoft.com/office/drawing/2014/main" id="{27B2409B-FFAD-25CD-834C-0C2CA4A71B30}"/>
              </a:ext>
            </a:extLst>
          </p:cNvPr>
          <p:cNvSpPr>
            <a:spLocks noGrp="1"/>
          </p:cNvSpPr>
          <p:nvPr>
            <p:ph type="sldNum" sz="quarter" idx="12"/>
          </p:nvPr>
        </p:nvSpPr>
        <p:spPr/>
        <p:txBody>
          <a:bodyPr/>
          <a:lstStyle/>
          <a:p>
            <a:fld id="{B961B71F-4B40-8942-BB88-E0F5C0B46E10}" type="slidenum">
              <a:rPr lang="en-US" smtClean="0"/>
              <a:t>10</a:t>
            </a:fld>
            <a:endParaRPr lang="en-US"/>
          </a:p>
        </p:txBody>
      </p:sp>
      <p:pic>
        <p:nvPicPr>
          <p:cNvPr id="4" name="Content Placeholder 2">
            <a:extLst>
              <a:ext uri="{FF2B5EF4-FFF2-40B4-BE49-F238E27FC236}">
                <a16:creationId xmlns:a16="http://schemas.microsoft.com/office/drawing/2014/main" id="{F23B00A0-0D9C-260E-0A0C-0D7CFCDCF4CD}"/>
              </a:ext>
            </a:extLst>
          </p:cNvPr>
          <p:cNvPicPr>
            <a:picLocks noChangeAspect="1"/>
          </p:cNvPicPr>
          <p:nvPr/>
        </p:nvPicPr>
        <p:blipFill>
          <a:blip r:embed="rId3"/>
          <a:srcRect/>
          <a:stretch/>
        </p:blipFill>
        <p:spPr>
          <a:xfrm>
            <a:off x="6223518" y="1685666"/>
            <a:ext cx="5710335" cy="3427510"/>
          </a:xfrm>
          <a:prstGeom prst="rect">
            <a:avLst/>
          </a:prstGeom>
        </p:spPr>
      </p:pic>
    </p:spTree>
    <p:extLst>
      <p:ext uri="{BB962C8B-B14F-4D97-AF65-F5344CB8AC3E}">
        <p14:creationId xmlns:p14="http://schemas.microsoft.com/office/powerpoint/2010/main" val="34890111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163A63-E30E-0694-B089-838C7E389AFD}"/>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7E8F526A-5F54-0308-7336-A6E081606439}"/>
              </a:ext>
            </a:extLst>
          </p:cNvPr>
          <p:cNvSpPr>
            <a:spLocks noGrp="1"/>
          </p:cNvSpPr>
          <p:nvPr>
            <p:ph type="title"/>
          </p:nvPr>
        </p:nvSpPr>
        <p:spPr>
          <a:xfrm>
            <a:off x="-881448" y="877302"/>
            <a:ext cx="10173182" cy="1128009"/>
          </a:xfrm>
        </p:spPr>
        <p:txBody>
          <a:bodyPr/>
          <a:lstStyle/>
          <a:p>
            <a:pPr algn="ctr"/>
            <a:r>
              <a:rPr lang="en-US" b="1" dirty="0"/>
              <a:t>Conclusion</a:t>
            </a:r>
          </a:p>
        </p:txBody>
      </p:sp>
      <p:sp>
        <p:nvSpPr>
          <p:cNvPr id="5" name="Date Placeholder 4">
            <a:extLst>
              <a:ext uri="{FF2B5EF4-FFF2-40B4-BE49-F238E27FC236}">
                <a16:creationId xmlns:a16="http://schemas.microsoft.com/office/drawing/2014/main" id="{82A84C9A-73D1-DA76-6E0C-91C24CB8321A}"/>
              </a:ext>
            </a:extLst>
          </p:cNvPr>
          <p:cNvSpPr>
            <a:spLocks noGrp="1"/>
          </p:cNvSpPr>
          <p:nvPr>
            <p:ph type="dt" sz="half" idx="10"/>
          </p:nvPr>
        </p:nvSpPr>
        <p:spPr/>
        <p:txBody>
          <a:bodyPr/>
          <a:lstStyle/>
          <a:p>
            <a:fld id="{20A639D7-EAE1-7C4A-AC63-30DD6B16DE20}" type="datetime1">
              <a:rPr lang="en-IN" smtClean="0"/>
              <a:t>09-03-2026</a:t>
            </a:fld>
            <a:endParaRPr lang="en-US"/>
          </a:p>
        </p:txBody>
      </p:sp>
      <p:sp>
        <p:nvSpPr>
          <p:cNvPr id="6" name="Footer Placeholder 5">
            <a:extLst>
              <a:ext uri="{FF2B5EF4-FFF2-40B4-BE49-F238E27FC236}">
                <a16:creationId xmlns:a16="http://schemas.microsoft.com/office/drawing/2014/main" id="{CB81726C-C351-8876-43C7-C9B8807EA560}"/>
              </a:ext>
            </a:extLst>
          </p:cNvPr>
          <p:cNvSpPr>
            <a:spLocks noGrp="1"/>
          </p:cNvSpPr>
          <p:nvPr>
            <p:ph type="ftr" sz="quarter" idx="11"/>
          </p:nvPr>
        </p:nvSpPr>
        <p:spPr/>
        <p:txBody>
          <a:bodyPr/>
          <a:lstStyle/>
          <a:p>
            <a:r>
              <a:rPr lang="en-US" dirty="0"/>
              <a:t>173030211           Department of CSE</a:t>
            </a:r>
          </a:p>
        </p:txBody>
      </p:sp>
      <p:sp>
        <p:nvSpPr>
          <p:cNvPr id="7" name="Slide Number Placeholder 6">
            <a:extLst>
              <a:ext uri="{FF2B5EF4-FFF2-40B4-BE49-F238E27FC236}">
                <a16:creationId xmlns:a16="http://schemas.microsoft.com/office/drawing/2014/main" id="{36E4E02D-0287-0F0D-A891-AE869E4F0992}"/>
              </a:ext>
            </a:extLst>
          </p:cNvPr>
          <p:cNvSpPr>
            <a:spLocks noGrp="1"/>
          </p:cNvSpPr>
          <p:nvPr>
            <p:ph type="sldNum" sz="quarter" idx="12"/>
          </p:nvPr>
        </p:nvSpPr>
        <p:spPr/>
        <p:txBody>
          <a:bodyPr/>
          <a:lstStyle/>
          <a:p>
            <a:fld id="{B961B71F-4B40-8942-BB88-E0F5C0B46E10}" type="slidenum">
              <a:rPr lang="en-US" smtClean="0"/>
              <a:t>11</a:t>
            </a:fld>
            <a:endParaRPr lang="en-US"/>
          </a:p>
        </p:txBody>
      </p:sp>
      <p:sp>
        <p:nvSpPr>
          <p:cNvPr id="2" name="Content Placeholder 1">
            <a:extLst>
              <a:ext uri="{FF2B5EF4-FFF2-40B4-BE49-F238E27FC236}">
                <a16:creationId xmlns:a16="http://schemas.microsoft.com/office/drawing/2014/main" id="{1B0179AB-9147-D208-F637-CCC38719C109}"/>
              </a:ext>
            </a:extLst>
          </p:cNvPr>
          <p:cNvSpPr>
            <a:spLocks noGrp="1" noChangeArrowheads="1"/>
          </p:cNvSpPr>
          <p:nvPr>
            <p:ph idx="1"/>
          </p:nvPr>
        </p:nvSpPr>
        <p:spPr bwMode="auto">
          <a:xfrm>
            <a:off x="623596" y="2638508"/>
            <a:ext cx="1091837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000" b="0" i="0" u="none" strike="noStrike" cap="none" normalizeH="0" baseline="0" dirty="0">
                <a:ln>
                  <a:noFill/>
                </a:ln>
                <a:solidFill>
                  <a:schemeClr val="tx1"/>
                </a:solidFill>
                <a:effectLst/>
                <a:latin typeface="Arial" panose="020B0604020202020204" pitchFamily="34" charset="0"/>
              </a:rPr>
              <a:t> The Real-Time Ride Pooling and Matching System provides an efficient way to share rides.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000" b="0" i="0" u="none" strike="noStrike" cap="none" normalizeH="0" baseline="0" dirty="0">
                <a:ln>
                  <a:noFill/>
                </a:ln>
                <a:solidFill>
                  <a:schemeClr val="tx1"/>
                </a:solidFill>
                <a:effectLst/>
                <a:latin typeface="Arial" panose="020B0604020202020204" pitchFamily="34" charset="0"/>
              </a:rPr>
              <a:t> It reduces transportation costs and traffic congestion.</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000" b="0" i="0" u="none" strike="noStrike" cap="none" normalizeH="0" baseline="0" dirty="0">
                <a:ln>
                  <a:noFill/>
                </a:ln>
                <a:solidFill>
                  <a:schemeClr val="tx1"/>
                </a:solidFill>
                <a:effectLst/>
                <a:latin typeface="Arial" panose="020B0604020202020204" pitchFamily="34" charset="0"/>
              </a:rPr>
              <a:t> The system promotes sustainable and eco-friendly travel.</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000" b="0" i="0" u="none" strike="noStrike" cap="none" normalizeH="0" baseline="0" dirty="0">
                <a:ln>
                  <a:noFill/>
                </a:ln>
                <a:solidFill>
                  <a:schemeClr val="tx1"/>
                </a:solidFill>
                <a:effectLst/>
                <a:latin typeface="Arial" panose="020B0604020202020204" pitchFamily="34" charset="0"/>
              </a:rPr>
              <a:t> Future improvements can include  AI-based route optimization and mobile app integration.</a:t>
            </a: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85891217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848258-F0F3-1EE4-1AB3-DB04AD69EB8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C9961B8-8709-0718-F6D3-9D07622F76AF}"/>
              </a:ext>
            </a:extLst>
          </p:cNvPr>
          <p:cNvSpPr>
            <a:spLocks noGrp="1"/>
          </p:cNvSpPr>
          <p:nvPr>
            <p:ph type="title"/>
          </p:nvPr>
        </p:nvSpPr>
        <p:spPr/>
        <p:txBody>
          <a:bodyPr/>
          <a:lstStyle/>
          <a:p>
            <a:r>
              <a:rPr lang="en-US" dirty="0"/>
              <a:t>Geo- Tag Photos</a:t>
            </a:r>
          </a:p>
        </p:txBody>
      </p:sp>
      <p:sp>
        <p:nvSpPr>
          <p:cNvPr id="4" name="Date Placeholder 3">
            <a:extLst>
              <a:ext uri="{FF2B5EF4-FFF2-40B4-BE49-F238E27FC236}">
                <a16:creationId xmlns:a16="http://schemas.microsoft.com/office/drawing/2014/main" id="{5B18EAAE-4073-261B-4850-9857C07DBAF0}"/>
              </a:ext>
            </a:extLst>
          </p:cNvPr>
          <p:cNvSpPr>
            <a:spLocks noGrp="1"/>
          </p:cNvSpPr>
          <p:nvPr>
            <p:ph type="dt" sz="half" idx="10"/>
          </p:nvPr>
        </p:nvSpPr>
        <p:spPr/>
        <p:txBody>
          <a:bodyPr/>
          <a:lstStyle/>
          <a:p>
            <a:fld id="{9C5272DB-0103-AF4C-A22D-07421EC406AD}" type="datetime1">
              <a:rPr lang="en-IN" smtClean="0"/>
              <a:t>09-03-2026</a:t>
            </a:fld>
            <a:endParaRPr lang="en-US"/>
          </a:p>
        </p:txBody>
      </p:sp>
      <p:sp>
        <p:nvSpPr>
          <p:cNvPr id="5" name="Footer Placeholder 4">
            <a:extLst>
              <a:ext uri="{FF2B5EF4-FFF2-40B4-BE49-F238E27FC236}">
                <a16:creationId xmlns:a16="http://schemas.microsoft.com/office/drawing/2014/main" id="{A3CA2172-0EFE-3ADA-47FA-029EF21AB5B8}"/>
              </a:ext>
            </a:extLst>
          </p:cNvPr>
          <p:cNvSpPr>
            <a:spLocks noGrp="1"/>
          </p:cNvSpPr>
          <p:nvPr>
            <p:ph type="ftr" sz="quarter" idx="11"/>
          </p:nvPr>
        </p:nvSpPr>
        <p:spPr/>
        <p:txBody>
          <a:bodyPr/>
          <a:lstStyle/>
          <a:p>
            <a:r>
              <a:rPr lang="en-US" dirty="0"/>
              <a:t>173030211           Department of CSE</a:t>
            </a:r>
          </a:p>
        </p:txBody>
      </p:sp>
      <p:sp>
        <p:nvSpPr>
          <p:cNvPr id="6" name="Slide Number Placeholder 5">
            <a:extLst>
              <a:ext uri="{FF2B5EF4-FFF2-40B4-BE49-F238E27FC236}">
                <a16:creationId xmlns:a16="http://schemas.microsoft.com/office/drawing/2014/main" id="{C3E9B8A7-6131-D012-7DA4-A9F36B2B1525}"/>
              </a:ext>
            </a:extLst>
          </p:cNvPr>
          <p:cNvSpPr>
            <a:spLocks noGrp="1"/>
          </p:cNvSpPr>
          <p:nvPr>
            <p:ph type="sldNum" sz="quarter" idx="12"/>
          </p:nvPr>
        </p:nvSpPr>
        <p:spPr/>
        <p:txBody>
          <a:bodyPr/>
          <a:lstStyle/>
          <a:p>
            <a:fld id="{B961B71F-4B40-8942-BB88-E0F5C0B46E10}" type="slidenum">
              <a:rPr lang="en-US" smtClean="0"/>
              <a:t>12</a:t>
            </a:fld>
            <a:endParaRPr lang="en-US"/>
          </a:p>
        </p:txBody>
      </p:sp>
      <p:pic>
        <p:nvPicPr>
          <p:cNvPr id="9" name="Content Placeholder 8">
            <a:extLst>
              <a:ext uri="{FF2B5EF4-FFF2-40B4-BE49-F238E27FC236}">
                <a16:creationId xmlns:a16="http://schemas.microsoft.com/office/drawing/2014/main" id="{27A7505F-1928-F15E-500D-75101B622658}"/>
              </a:ext>
            </a:extLst>
          </p:cNvPr>
          <p:cNvPicPr>
            <a:picLocks noGrp="1" noChangeAspect="1"/>
          </p:cNvPicPr>
          <p:nvPr>
            <p:ph idx="1"/>
          </p:nvPr>
        </p:nvPicPr>
        <p:blipFill>
          <a:blip r:embed="rId2"/>
          <a:stretch>
            <a:fillRect/>
          </a:stretch>
        </p:blipFill>
        <p:spPr>
          <a:xfrm>
            <a:off x="1455575" y="1423712"/>
            <a:ext cx="8406881" cy="4753251"/>
          </a:xfrm>
          <a:prstGeom prst="rect">
            <a:avLst/>
          </a:prstGeom>
        </p:spPr>
      </p:pic>
    </p:spTree>
    <p:extLst>
      <p:ext uri="{BB962C8B-B14F-4D97-AF65-F5344CB8AC3E}">
        <p14:creationId xmlns:p14="http://schemas.microsoft.com/office/powerpoint/2010/main" val="235747199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Content Placeholder 8">
            <a:extLst>
              <a:ext uri="{FF2B5EF4-FFF2-40B4-BE49-F238E27FC236}">
                <a16:creationId xmlns:a16="http://schemas.microsoft.com/office/drawing/2014/main" id="{0BAA4F36-AB00-F2C4-B47F-6381355DE604}"/>
              </a:ext>
            </a:extLst>
          </p:cNvPr>
          <p:cNvSpPr>
            <a:spLocks noGrp="1"/>
          </p:cNvSpPr>
          <p:nvPr>
            <p:ph idx="1"/>
          </p:nvPr>
        </p:nvSpPr>
        <p:spPr>
          <a:xfrm>
            <a:off x="838200" y="740780"/>
            <a:ext cx="10515600" cy="5436183"/>
          </a:xfrm>
        </p:spPr>
        <p:txBody>
          <a:bodyPr>
            <a:normAutofit/>
          </a:bodyPr>
          <a:lstStyle/>
          <a:p>
            <a:pPr marL="0" indent="0">
              <a:buNone/>
            </a:pPr>
            <a:endParaRPr lang="en-IN" dirty="0"/>
          </a:p>
          <a:p>
            <a:pPr marL="0" indent="0" algn="ctr">
              <a:buNone/>
            </a:pPr>
            <a:endParaRPr lang="en-IN" sz="4400" dirty="0"/>
          </a:p>
          <a:p>
            <a:pPr marL="0" indent="0" algn="ctr">
              <a:buNone/>
            </a:pPr>
            <a:endParaRPr lang="en-IN" sz="4400" dirty="0"/>
          </a:p>
          <a:p>
            <a:pPr marL="0" indent="0" algn="ctr">
              <a:buNone/>
            </a:pPr>
            <a:r>
              <a:rPr lang="en-IN" sz="4400" dirty="0"/>
              <a:t>THANK YOU</a:t>
            </a:r>
          </a:p>
        </p:txBody>
      </p:sp>
      <p:sp>
        <p:nvSpPr>
          <p:cNvPr id="5" name="Date Placeholder 4">
            <a:extLst>
              <a:ext uri="{FF2B5EF4-FFF2-40B4-BE49-F238E27FC236}">
                <a16:creationId xmlns:a16="http://schemas.microsoft.com/office/drawing/2014/main" id="{BD5C2420-26C9-65B4-41BA-D5CA69721C05}"/>
              </a:ext>
            </a:extLst>
          </p:cNvPr>
          <p:cNvSpPr>
            <a:spLocks noGrp="1"/>
          </p:cNvSpPr>
          <p:nvPr>
            <p:ph type="dt" sz="half" idx="10"/>
          </p:nvPr>
        </p:nvSpPr>
        <p:spPr/>
        <p:txBody>
          <a:bodyPr/>
          <a:lstStyle/>
          <a:p>
            <a:fld id="{7AAD6276-EBF6-BB4A-A6C6-114A8D55B891}" type="datetime1">
              <a:rPr lang="en-IN" smtClean="0"/>
              <a:t>09-03-2026</a:t>
            </a:fld>
            <a:endParaRPr lang="en-US"/>
          </a:p>
        </p:txBody>
      </p:sp>
      <p:sp>
        <p:nvSpPr>
          <p:cNvPr id="6" name="Footer Placeholder 5">
            <a:extLst>
              <a:ext uri="{FF2B5EF4-FFF2-40B4-BE49-F238E27FC236}">
                <a16:creationId xmlns:a16="http://schemas.microsoft.com/office/drawing/2014/main" id="{AE9B4454-96E6-70D8-1440-2142487397DF}"/>
              </a:ext>
            </a:extLst>
          </p:cNvPr>
          <p:cNvSpPr>
            <a:spLocks noGrp="1"/>
          </p:cNvSpPr>
          <p:nvPr>
            <p:ph type="ftr" sz="quarter" idx="11"/>
          </p:nvPr>
        </p:nvSpPr>
        <p:spPr/>
        <p:txBody>
          <a:bodyPr/>
          <a:lstStyle/>
          <a:p>
            <a:r>
              <a:rPr lang="en-US" dirty="0"/>
              <a:t>173030211           Department of CSE</a:t>
            </a:r>
          </a:p>
        </p:txBody>
      </p:sp>
      <p:sp>
        <p:nvSpPr>
          <p:cNvPr id="7" name="Slide Number Placeholder 6">
            <a:extLst>
              <a:ext uri="{FF2B5EF4-FFF2-40B4-BE49-F238E27FC236}">
                <a16:creationId xmlns:a16="http://schemas.microsoft.com/office/drawing/2014/main" id="{5F827BAA-7E22-F268-D9DC-5E17D9155237}"/>
              </a:ext>
            </a:extLst>
          </p:cNvPr>
          <p:cNvSpPr>
            <a:spLocks noGrp="1"/>
          </p:cNvSpPr>
          <p:nvPr>
            <p:ph type="sldNum" sz="quarter" idx="12"/>
          </p:nvPr>
        </p:nvSpPr>
        <p:spPr/>
        <p:txBody>
          <a:bodyPr/>
          <a:lstStyle/>
          <a:p>
            <a:fld id="{B961B71F-4B40-8942-BB88-E0F5C0B46E10}" type="slidenum">
              <a:rPr lang="en-US" smtClean="0"/>
              <a:t>13</a:t>
            </a:fld>
            <a:endParaRPr lang="en-US"/>
          </a:p>
        </p:txBody>
      </p:sp>
    </p:spTree>
    <p:extLst>
      <p:ext uri="{BB962C8B-B14F-4D97-AF65-F5344CB8AC3E}">
        <p14:creationId xmlns:p14="http://schemas.microsoft.com/office/powerpoint/2010/main" val="421395820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Custom 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3739</TotalTime>
  <Words>777</Words>
  <Application>Microsoft Office PowerPoint</Application>
  <PresentationFormat>Widescreen</PresentationFormat>
  <Paragraphs>99</Paragraphs>
  <Slides>13</Slides>
  <Notes>0</Notes>
  <HiddenSlides>0</HiddenSlides>
  <MMClips>0</MMClips>
  <ScaleCrop>false</ScaleCrop>
  <HeadingPairs>
    <vt:vector size="6" baseType="variant">
      <vt:variant>
        <vt:lpstr>Fonts Used</vt:lpstr>
      </vt:variant>
      <vt:variant>
        <vt:i4>3</vt:i4>
      </vt:variant>
      <vt:variant>
        <vt:lpstr>Theme</vt:lpstr>
      </vt:variant>
      <vt:variant>
        <vt:i4>2</vt:i4>
      </vt:variant>
      <vt:variant>
        <vt:lpstr>Slide Titles</vt:lpstr>
      </vt:variant>
      <vt:variant>
        <vt:i4>13</vt:i4>
      </vt:variant>
    </vt:vector>
  </HeadingPairs>
  <TitlesOfParts>
    <vt:vector size="18" baseType="lpstr">
      <vt:lpstr>Arial</vt:lpstr>
      <vt:lpstr>Calibri</vt:lpstr>
      <vt:lpstr>Calibri Light</vt:lpstr>
      <vt:lpstr>Office Theme</vt:lpstr>
      <vt:lpstr>Custom Design</vt:lpstr>
      <vt:lpstr>Title :Real-Time Ride Pooling and Matching System</vt:lpstr>
      <vt:lpstr>Abstract</vt:lpstr>
      <vt:lpstr>Existing System </vt:lpstr>
      <vt:lpstr>Proposed System</vt:lpstr>
      <vt:lpstr>System Architecture</vt:lpstr>
      <vt:lpstr>Project Modules</vt:lpstr>
      <vt:lpstr>Objectives</vt:lpstr>
      <vt:lpstr>Co’s Attainments - FWD</vt:lpstr>
      <vt:lpstr>Co’s Attainments - DSA</vt:lpstr>
      <vt:lpstr>Screenshots for FWD &amp; DSA</vt:lpstr>
      <vt:lpstr>Conclusion</vt:lpstr>
      <vt:lpstr>Geo- Tag Photos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Dr. SHAHANA BANO</dc:creator>
  <cp:lastModifiedBy>naveenpaila744@outlook.com</cp:lastModifiedBy>
  <cp:revision>54</cp:revision>
  <dcterms:created xsi:type="dcterms:W3CDTF">2022-05-20T10:20:31Z</dcterms:created>
  <dcterms:modified xsi:type="dcterms:W3CDTF">2026-03-09T07:23:44Z</dcterms:modified>
</cp:coreProperties>
</file>