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314" r:id="rId3"/>
    <p:sldId id="323" r:id="rId4"/>
    <p:sldId id="266" r:id="rId5"/>
    <p:sldId id="341" r:id="rId6"/>
    <p:sldId id="343" r:id="rId7"/>
    <p:sldId id="349" r:id="rId8"/>
    <p:sldId id="344" r:id="rId9"/>
    <p:sldId id="345" r:id="rId10"/>
    <p:sldId id="346" r:id="rId11"/>
    <p:sldId id="342" r:id="rId12"/>
    <p:sldId id="347" r:id="rId13"/>
    <p:sldId id="348"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09-03-2026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0" y="201840"/>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:Real-Time Ride Pooling and Matching System</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P. Naveen</a:t>
            </a:r>
          </a:p>
          <a:p>
            <a:pPr marL="0" indent="0" algn="ctr">
              <a:buNone/>
            </a:pPr>
            <a:r>
              <a:rPr lang="en-US" sz="9600" dirty="0"/>
              <a:t>Student ID: 2520030518</a:t>
            </a:r>
            <a:endParaRPr lang="en-US" sz="2400" dirty="0"/>
          </a:p>
          <a:p>
            <a:pPr marL="0" indent="0" algn="ctr">
              <a:buNone/>
            </a:pPr>
            <a:r>
              <a:rPr lang="en-US" sz="11200" dirty="0"/>
              <a:t>Cluster: 3</a:t>
            </a:r>
          </a:p>
          <a:p>
            <a:pPr marL="0" indent="0" algn="ctr">
              <a:buNone/>
            </a:pPr>
            <a:r>
              <a:rPr lang="en-US" sz="11200" dirty="0"/>
              <a:t>Section: 9</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Dr Venkat </a:t>
            </a:r>
            <a:r>
              <a:rPr lang="en-US" sz="8600" dirty="0" err="1">
                <a:solidFill>
                  <a:srgbClr val="00B050"/>
                </a:solidFill>
              </a:rPr>
              <a:t>Isampalli</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92500"/>
          </a:bodyPr>
          <a:lstStyle/>
          <a:p>
            <a:r>
              <a:rPr lang="en-US" sz="2000" dirty="0"/>
              <a:t>This project presents the design and development of a Real-Time Ride Pooling and Matching System aimed at reducing transportation costs, traffic congestion, and environmental pollution. The system enables passengers traveling in similar directions to share a single vehicle by intelligently matching ride requests in real time.</a:t>
            </a:r>
          </a:p>
          <a:p>
            <a:r>
              <a:rPr lang="en-US" sz="2000" dirty="0"/>
              <a:t>The proposed system uses location-based services, GPS tracking, and efficient matching algorithms to identify nearby users with compatible routes and schedules. By analyzing factors such as distance, travel time, and user preferences, the system ensures optimal ride pairing and route planning.</a:t>
            </a:r>
          </a:p>
          <a:p>
            <a:r>
              <a:rPr lang="en-US" sz="2100" dirty="0"/>
              <a:t>A mobile and web-based interface is developed to allow users to easily request rides, view matched partners, track vehicles, and communicate with drivers. The system also includes safety features such as user authentication, trip history, and feedback mechanisms to enhance trust and reliability.</a:t>
            </a:r>
          </a:p>
          <a:p>
            <a:r>
              <a:rPr lang="en-US" sz="2100" dirty="0"/>
              <a:t>Overall, this project improves urban mobility by promoting shared transportation, lowering fuel consumption, and providing a cost-effective and eco-friendly travel solution. The Real-Time Ride Pooling and Matching System contributes to the development of smart transportation and sustainable cities.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825463" y="1027598"/>
            <a:ext cx="10173182" cy="1128009"/>
          </a:xfrm>
        </p:spPr>
        <p:txBody>
          <a:bodyPr/>
          <a:lstStyle/>
          <a:p>
            <a:pPr algn="ctr"/>
            <a:r>
              <a:rPr lang="en-US" b="1" dirty="0"/>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2" name="Content Placeholder 1">
            <a:extLst>
              <a:ext uri="{FF2B5EF4-FFF2-40B4-BE49-F238E27FC236}">
                <a16:creationId xmlns:a16="http://schemas.microsoft.com/office/drawing/2014/main" id="{AC07E156-D142-1426-CB98-3C10385F1268}"/>
              </a:ext>
            </a:extLst>
          </p:cNvPr>
          <p:cNvSpPr>
            <a:spLocks noGrp="1" noChangeArrowheads="1"/>
          </p:cNvSpPr>
          <p:nvPr>
            <p:ph idx="1"/>
          </p:nvPr>
        </p:nvSpPr>
        <p:spPr bwMode="auto">
          <a:xfrm>
            <a:off x="864637" y="2565268"/>
            <a:ext cx="1103827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Most people travel individually using personal vehicles or taxis.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Current ride booking apps mainly focus on single passenger rides.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These systems do not efficiently match people travelling in the same direction.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This leads to</a:t>
            </a:r>
            <a:r>
              <a:rPr lang="en-US" altLang="en-US" sz="2400" dirty="0">
                <a:latin typeface="Arial" panose="020B0604020202020204" pitchFamily="34" charset="0"/>
              </a:rPr>
              <a:t> higher travel cost, traffic congestion</a:t>
            </a:r>
            <a:r>
              <a:rPr kumimoji="0" lang="en-US" altLang="en-US" sz="2400" b="0" i="0" u="none" strike="noStrike" cap="none" normalizeH="0" baseline="0" dirty="0">
                <a:ln>
                  <a:noFill/>
                </a:ln>
                <a:solidFill>
                  <a:schemeClr val="tx1"/>
                </a:solidFill>
                <a:effectLst/>
                <a:latin typeface="Arial" panose="020B0604020202020204" pitchFamily="34" charset="0"/>
              </a:rPr>
              <a:t>, and transportation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Lack of real-time ride sharing reduces transportation efficiency.</a:t>
            </a:r>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0" y="929129"/>
            <a:ext cx="10173182" cy="1128009"/>
          </a:xfrm>
        </p:spPr>
        <p:txBody>
          <a:bodyPr/>
          <a:lstStyle/>
          <a:p>
            <a:pPr algn="ctr"/>
            <a:r>
              <a:rPr lang="en-US" b="1" dirty="0"/>
              <a:t>Proposed 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dirty="0"/>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2" name="Content Placeholder 1">
            <a:extLst>
              <a:ext uri="{FF2B5EF4-FFF2-40B4-BE49-F238E27FC236}">
                <a16:creationId xmlns:a16="http://schemas.microsoft.com/office/drawing/2014/main" id="{BD76F6D0-EA3A-A707-31DB-7B662B765B62}"/>
              </a:ext>
            </a:extLst>
          </p:cNvPr>
          <p:cNvSpPr>
            <a:spLocks noGrp="1" noChangeArrowheads="1"/>
          </p:cNvSpPr>
          <p:nvPr>
            <p:ph idx="1"/>
          </p:nvPr>
        </p:nvSpPr>
        <p:spPr bwMode="auto">
          <a:xfrm>
            <a:off x="838200" y="3185686"/>
            <a:ext cx="1044426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proposed system introduces a </a:t>
            </a:r>
            <a:r>
              <a:rPr kumimoji="0" lang="en-US" altLang="en-US" sz="2000" b="1" i="0" u="none" strike="noStrike" cap="none" normalizeH="0" baseline="0" dirty="0">
                <a:ln>
                  <a:noFill/>
                </a:ln>
                <a:solidFill>
                  <a:schemeClr val="tx1"/>
                </a:solidFill>
                <a:effectLst/>
                <a:latin typeface="Arial" panose="020B0604020202020204" pitchFamily="34" charset="0"/>
              </a:rPr>
              <a:t>Real-Time Ride Pooling and Matching System</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It connects passengers traveling in </a:t>
            </a:r>
            <a:r>
              <a:rPr kumimoji="0" lang="en-US" altLang="en-US" sz="2000" b="1" i="0" u="none" strike="noStrike" cap="none" normalizeH="0" baseline="0" dirty="0">
                <a:ln>
                  <a:noFill/>
                </a:ln>
                <a:solidFill>
                  <a:schemeClr val="tx1"/>
                </a:solidFill>
                <a:effectLst/>
                <a:latin typeface="Arial" panose="020B0604020202020204" pitchFamily="34" charset="0"/>
              </a:rPr>
              <a:t>similar routes and timings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system uses </a:t>
            </a:r>
            <a:r>
              <a:rPr kumimoji="0" lang="en-US" altLang="en-US" sz="2000" b="1" i="0" u="none" strike="noStrike" cap="none" normalizeH="0" baseline="0" dirty="0">
                <a:ln>
                  <a:noFill/>
                </a:ln>
                <a:solidFill>
                  <a:schemeClr val="tx1"/>
                </a:solidFill>
                <a:effectLst/>
                <a:latin typeface="Arial" panose="020B0604020202020204" pitchFamily="34" charset="0"/>
              </a:rPr>
              <a:t>location data and matching algorithms</a:t>
            </a:r>
            <a:r>
              <a:rPr kumimoji="0" lang="en-US" altLang="en-US" sz="2000" b="0" i="0" u="none" strike="noStrike" cap="none" normalizeH="0" baseline="0" dirty="0">
                <a:ln>
                  <a:noFill/>
                </a:ln>
                <a:solidFill>
                  <a:schemeClr val="tx1"/>
                </a:solidFill>
                <a:effectLst/>
                <a:latin typeface="Arial" panose="020B0604020202020204" pitchFamily="34" charset="0"/>
              </a:rPr>
              <a:t> to find suitable ride partners.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Users can </a:t>
            </a:r>
            <a:r>
              <a:rPr kumimoji="0" lang="en-US" altLang="en-US" sz="2000" b="1" i="0" u="none" strike="noStrike" cap="none" normalizeH="0" baseline="0" dirty="0">
                <a:ln>
                  <a:noFill/>
                </a:ln>
                <a:solidFill>
                  <a:schemeClr val="tx1"/>
                </a:solidFill>
                <a:effectLst/>
                <a:latin typeface="Arial" panose="020B0604020202020204" pitchFamily="34" charset="0"/>
              </a:rPr>
              <a:t>request a ride or offer a ride</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system reduces </a:t>
            </a:r>
            <a:r>
              <a:rPr kumimoji="0" lang="en-US" altLang="en-US" sz="2000" b="1" i="0" u="none" strike="noStrike" cap="none" normalizeH="0" baseline="0" dirty="0">
                <a:ln>
                  <a:noFill/>
                </a:ln>
                <a:solidFill>
                  <a:schemeClr val="tx1"/>
                </a:solidFill>
                <a:effectLst/>
                <a:latin typeface="Arial" panose="020B0604020202020204" pitchFamily="34" charset="0"/>
              </a:rPr>
              <a:t>cost, traffic, and pollution</a:t>
            </a:r>
            <a:r>
              <a:rPr kumimoji="0" lang="en-US" altLang="en-US" sz="2000" b="0" i="0" u="none" strike="noStrike" cap="none" normalizeH="0" baseline="0" dirty="0">
                <a:ln>
                  <a:noFill/>
                </a:ln>
                <a:solidFill>
                  <a:schemeClr val="tx1"/>
                </a:solidFill>
                <a:effectLst/>
                <a:latin typeface="Arial" panose="020B0604020202020204" pitchFamily="34" charset="0"/>
              </a:rPr>
              <a:t> while improving transportation efficiency.</a:t>
            </a:r>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4" name="Content Placeholder 3">
            <a:extLst>
              <a:ext uri="{FF2B5EF4-FFF2-40B4-BE49-F238E27FC236}">
                <a16:creationId xmlns:a16="http://schemas.microsoft.com/office/drawing/2014/main" id="{97E80B7D-2FE7-5D32-0B11-31629F9FFE70}"/>
              </a:ext>
            </a:extLst>
          </p:cNvPr>
          <p:cNvPicPr>
            <a:picLocks noGrp="1" noChangeAspect="1"/>
          </p:cNvPicPr>
          <p:nvPr>
            <p:ph idx="1"/>
          </p:nvPr>
        </p:nvPicPr>
        <p:blipFill>
          <a:blip r:embed="rId2"/>
          <a:stretch>
            <a:fillRect/>
          </a:stretch>
        </p:blipFill>
        <p:spPr bwMode="auto">
          <a:xfrm>
            <a:off x="2684253" y="395858"/>
            <a:ext cx="7165911" cy="6066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2965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0A6F0-838E-F065-C79F-974CA7FBD6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65AB20C-7598-4B07-FEFE-9153ADB157CF}"/>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31447CCC-7DFB-7196-0F1D-7969322D2910}"/>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649A2ACE-AF82-6BEC-D3BB-CC8F28848AA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761CA6D-BD96-0594-4837-19ACA03F57A9}"/>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2" name="Content Placeholder 1">
            <a:extLst>
              <a:ext uri="{FF2B5EF4-FFF2-40B4-BE49-F238E27FC236}">
                <a16:creationId xmlns:a16="http://schemas.microsoft.com/office/drawing/2014/main" id="{1FD51269-9DC6-2B65-B657-29074CAD5E1D}"/>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User Registration and Login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Allows users to create accounts and securely log 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Ride Request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Users enter pickup and destination locations.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Ride Offer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Drivers can offer available rides.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Ride Matching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Matches passengers and drivers based on route similarity.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Ride Tracking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Shows real-time ride updates and trip status.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Feedback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Allows users to rate and review rides.</a:t>
            </a:r>
          </a:p>
        </p:txBody>
      </p:sp>
    </p:spTree>
    <p:extLst>
      <p:ext uri="{BB962C8B-B14F-4D97-AF65-F5344CB8AC3E}">
        <p14:creationId xmlns:p14="http://schemas.microsoft.com/office/powerpoint/2010/main" val="2106039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513185" y="859648"/>
            <a:ext cx="9991531"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735563" y="2488099"/>
            <a:ext cx="10515600" cy="2653069"/>
          </a:xfrm>
        </p:spPr>
        <p:txBody>
          <a:bodyPr>
            <a:normAutofit/>
          </a:bodyPr>
          <a:lstStyle/>
          <a:p>
            <a:r>
              <a:rPr lang="en-US" dirty="0"/>
              <a:t>To develop a </a:t>
            </a:r>
            <a:r>
              <a:rPr lang="en-US" b="1" dirty="0"/>
              <a:t>real-time ride pooling platform</a:t>
            </a:r>
            <a:r>
              <a:rPr lang="en-US" dirty="0"/>
              <a:t>.</a:t>
            </a:r>
          </a:p>
          <a:p>
            <a:r>
              <a:rPr lang="en-US" dirty="0"/>
              <a:t>To reduce </a:t>
            </a:r>
            <a:r>
              <a:rPr lang="en-US" b="1" dirty="0"/>
              <a:t>traffic congestion and travel cost</a:t>
            </a:r>
            <a:r>
              <a:rPr lang="en-US" dirty="0"/>
              <a:t>.</a:t>
            </a:r>
          </a:p>
          <a:p>
            <a:r>
              <a:rPr lang="en-US" dirty="0"/>
              <a:t>To promote </a:t>
            </a:r>
            <a:r>
              <a:rPr lang="en-US" b="1" dirty="0"/>
              <a:t>eco-friendly transportation</a:t>
            </a:r>
            <a:r>
              <a:rPr lang="en-US" dirty="0"/>
              <a:t>.</a:t>
            </a:r>
          </a:p>
          <a:p>
            <a:r>
              <a:rPr lang="en-US" dirty="0"/>
              <a:t>To match passengers travelling in </a:t>
            </a:r>
            <a:r>
              <a:rPr lang="en-US" b="1" dirty="0"/>
              <a:t>similar routes efficiently</a:t>
            </a:r>
            <a:r>
              <a:rPr lang="en-US" dirty="0"/>
              <a:t>.</a:t>
            </a:r>
          </a:p>
          <a:p>
            <a:r>
              <a:rPr lang="en-US" dirty="0"/>
              <a:t>To provide a </a:t>
            </a:r>
            <a:r>
              <a:rPr lang="en-US" b="1" dirty="0"/>
              <a:t>safe and reliable ride-sharing system</a:t>
            </a:r>
            <a:r>
              <a:rPr lang="en-US" dirty="0"/>
              <a:t>.</a:t>
            </a:r>
          </a:p>
          <a:p>
            <a:endParaRPr lang="en-US" dirty="0"/>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126398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834794" y="1055590"/>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754225" y="2982621"/>
            <a:ext cx="10515600" cy="4351338"/>
          </a:xfrm>
        </p:spPr>
        <p:txBody>
          <a:bodyPr>
            <a:normAutofit/>
          </a:bodyPr>
          <a:lstStyle/>
          <a:p>
            <a:pPr marL="0" indent="0">
              <a:buNone/>
            </a:pPr>
            <a:r>
              <a:rPr lang="en-IN" dirty="0"/>
              <a:t>CO1 – Apply </a:t>
            </a:r>
            <a:r>
              <a:rPr lang="en-IN" b="1" dirty="0"/>
              <a:t>HTML and CSS</a:t>
            </a:r>
            <a:r>
              <a:rPr lang="en-IN" dirty="0"/>
              <a:t> to design the front-end interface.</a:t>
            </a:r>
            <a:br>
              <a:rPr lang="en-IN" dirty="0"/>
            </a:br>
            <a:r>
              <a:rPr lang="en-IN" dirty="0"/>
              <a:t>CO2 – Implement </a:t>
            </a:r>
            <a:r>
              <a:rPr lang="en-IN" b="1" dirty="0"/>
              <a:t>JavaScript</a:t>
            </a:r>
            <a:r>
              <a:rPr lang="en-IN" dirty="0"/>
              <a:t> for dynamic web functionality.</a:t>
            </a:r>
            <a:br>
              <a:rPr lang="en-IN" dirty="0"/>
            </a:br>
            <a:r>
              <a:rPr lang="en-IN" dirty="0"/>
              <a:t>CO3 – Develop responsive web pages for user interaction.</a:t>
            </a:r>
            <a:br>
              <a:rPr lang="en-IN" dirty="0"/>
            </a:br>
            <a:r>
              <a:rPr lang="en-IN" dirty="0"/>
              <a:t>CO4 – Integrate front-end with backend services.</a:t>
            </a:r>
            <a:br>
              <a:rPr lang="en-IN" dirty="0"/>
            </a:br>
            <a:r>
              <a:rPr lang="en-IN" dirty="0"/>
              <a:t>CO5 – Design user-friendly web applications.</a:t>
            </a: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90694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946762" y="1242128"/>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631372" y="3187895"/>
            <a:ext cx="10515600" cy="4351338"/>
          </a:xfrm>
        </p:spPr>
        <p:txBody>
          <a:bodyPr>
            <a:normAutofit/>
          </a:bodyPr>
          <a:lstStyle/>
          <a:p>
            <a:pPr marL="0" indent="0">
              <a:buNone/>
            </a:pPr>
            <a:r>
              <a:rPr lang="en-IN" dirty="0"/>
              <a:t>CO1 – Understand basic </a:t>
            </a:r>
            <a:r>
              <a:rPr lang="en-IN" b="1" dirty="0"/>
              <a:t>data structures and algorithms</a:t>
            </a:r>
            <a:r>
              <a:rPr lang="en-IN" dirty="0"/>
              <a:t>.</a:t>
            </a:r>
            <a:br>
              <a:rPr lang="en-IN" dirty="0"/>
            </a:br>
            <a:r>
              <a:rPr lang="en-IN" dirty="0"/>
              <a:t>CO2 – Implement </a:t>
            </a:r>
            <a:r>
              <a:rPr lang="en-IN" b="1" dirty="0"/>
              <a:t>searching and matching algorithms</a:t>
            </a:r>
            <a:r>
              <a:rPr lang="en-IN" dirty="0"/>
              <a:t>.</a:t>
            </a:r>
            <a:br>
              <a:rPr lang="en-IN" dirty="0"/>
            </a:br>
            <a:r>
              <a:rPr lang="en-IN" dirty="0"/>
              <a:t>CO3 – Optimize route matching using algorithmic techniques.</a:t>
            </a:r>
            <a:br>
              <a:rPr lang="en-IN" dirty="0"/>
            </a:br>
            <a:r>
              <a:rPr lang="en-IN" dirty="0"/>
              <a:t>CO4 – </a:t>
            </a:r>
            <a:r>
              <a:rPr lang="en-IN" dirty="0" err="1"/>
              <a:t>Analyze</a:t>
            </a:r>
            <a:r>
              <a:rPr lang="en-IN" dirty="0"/>
              <a:t> algorithm efficiency for ride matching.</a:t>
            </a:r>
            <a:br>
              <a:rPr lang="en-IN" dirty="0"/>
            </a:br>
            <a:r>
              <a:rPr lang="en-IN" dirty="0"/>
              <a:t>CO5 – Apply DSA concepts in real-world applications.</a:t>
            </a: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344365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dirty="0"/>
              <a:t>Screenshots for FWD &amp; DSA</a:t>
            </a:r>
            <a:endParaRPr lang="en-US" b="1" dirty="0"/>
          </a:p>
        </p:txBody>
      </p:sp>
      <p:pic>
        <p:nvPicPr>
          <p:cNvPr id="3" name="Content Placeholder 2">
            <a:extLst>
              <a:ext uri="{FF2B5EF4-FFF2-40B4-BE49-F238E27FC236}">
                <a16:creationId xmlns:a16="http://schemas.microsoft.com/office/drawing/2014/main" id="{A19E04AE-02BB-ED6F-CCD4-18169CB7C41F}"/>
              </a:ext>
            </a:extLst>
          </p:cNvPr>
          <p:cNvPicPr>
            <a:picLocks noGrp="1" noChangeAspect="1"/>
          </p:cNvPicPr>
          <p:nvPr>
            <p:ph idx="1"/>
          </p:nvPr>
        </p:nvPicPr>
        <p:blipFill>
          <a:blip r:embed="rId2"/>
          <a:stretch>
            <a:fillRect/>
          </a:stretch>
        </p:blipFill>
        <p:spPr>
          <a:xfrm>
            <a:off x="419878" y="1685666"/>
            <a:ext cx="5401308" cy="3492824"/>
          </a:xfrm>
          <a:prstGeom prst="rect">
            <a:avLst/>
          </a:prstGeo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4" name="Content Placeholder 2">
            <a:extLst>
              <a:ext uri="{FF2B5EF4-FFF2-40B4-BE49-F238E27FC236}">
                <a16:creationId xmlns:a16="http://schemas.microsoft.com/office/drawing/2014/main" id="{F23B00A0-0D9C-260E-0A0C-0D7CFCDCF4CD}"/>
              </a:ext>
            </a:extLst>
          </p:cNvPr>
          <p:cNvPicPr>
            <a:picLocks noChangeAspect="1"/>
          </p:cNvPicPr>
          <p:nvPr/>
        </p:nvPicPr>
        <p:blipFill>
          <a:blip r:embed="rId3"/>
          <a:srcRect/>
          <a:stretch/>
        </p:blipFill>
        <p:spPr>
          <a:xfrm>
            <a:off x="6223518" y="1685666"/>
            <a:ext cx="5710335" cy="3427510"/>
          </a:xfrm>
          <a:prstGeom prst="rect">
            <a:avLst/>
          </a:prstGeom>
        </p:spPr>
      </p:pic>
    </p:spTree>
    <p:extLst>
      <p:ext uri="{BB962C8B-B14F-4D97-AF65-F5344CB8AC3E}">
        <p14:creationId xmlns:p14="http://schemas.microsoft.com/office/powerpoint/2010/main" val="3489011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881448" y="877302"/>
            <a:ext cx="10173182" cy="112800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11</a:t>
            </a:fld>
            <a:endParaRPr lang="en-US"/>
          </a:p>
        </p:txBody>
      </p:sp>
      <p:sp>
        <p:nvSpPr>
          <p:cNvPr id="2" name="Content Placeholder 1">
            <a:extLst>
              <a:ext uri="{FF2B5EF4-FFF2-40B4-BE49-F238E27FC236}">
                <a16:creationId xmlns:a16="http://schemas.microsoft.com/office/drawing/2014/main" id="{1B0179AB-9147-D208-F637-CCC38719C109}"/>
              </a:ext>
            </a:extLst>
          </p:cNvPr>
          <p:cNvSpPr>
            <a:spLocks noGrp="1" noChangeArrowheads="1"/>
          </p:cNvSpPr>
          <p:nvPr>
            <p:ph idx="1"/>
          </p:nvPr>
        </p:nvSpPr>
        <p:spPr bwMode="auto">
          <a:xfrm>
            <a:off x="623596" y="2638508"/>
            <a:ext cx="1091837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The Real-Time Ride Pooling and Matching System provides an efficient way to share rides.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It reduces transportation costs and traffic congestion.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The system promotes sustainable and eco-friendly travel.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Future improvements can include  AI-based route optimization and mobile app integration.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8912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9" name="Content Placeholder 8">
            <a:extLst>
              <a:ext uri="{FF2B5EF4-FFF2-40B4-BE49-F238E27FC236}">
                <a16:creationId xmlns:a16="http://schemas.microsoft.com/office/drawing/2014/main" id="{27A7505F-1928-F15E-500D-75101B622658}"/>
              </a:ext>
            </a:extLst>
          </p:cNvPr>
          <p:cNvPicPr>
            <a:picLocks noGrp="1" noChangeAspect="1"/>
          </p:cNvPicPr>
          <p:nvPr>
            <p:ph idx="1"/>
          </p:nvPr>
        </p:nvPicPr>
        <p:blipFill>
          <a:blip r:embed="rId2"/>
          <a:stretch>
            <a:fillRect/>
          </a:stretch>
        </p:blipFill>
        <p:spPr>
          <a:xfrm>
            <a:off x="1455575" y="1423712"/>
            <a:ext cx="8406881" cy="4753251"/>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3743</TotalTime>
  <Words>707</Words>
  <Application>Microsoft Office PowerPoint</Application>
  <PresentationFormat>Widescreen</PresentationFormat>
  <Paragraphs>94</Paragraphs>
  <Slides>13</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Calibri</vt:lpstr>
      <vt:lpstr>Calibri Light</vt:lpstr>
      <vt:lpstr>Office Theme</vt:lpstr>
      <vt:lpstr>Custom Design</vt:lpstr>
      <vt:lpstr>Title :Real-Time Ride Pooling and Matching System</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naveenpaila744@outlook.com</cp:lastModifiedBy>
  <cp:revision>55</cp:revision>
  <dcterms:created xsi:type="dcterms:W3CDTF">2022-05-20T10:20:31Z</dcterms:created>
  <dcterms:modified xsi:type="dcterms:W3CDTF">2026-03-09T08:14:40Z</dcterms:modified>
</cp:coreProperties>
</file>